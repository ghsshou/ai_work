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CXL vs UB 内存池化方案对比</a:t>
            </a:r>
          </a:p>
          <a:p>
            <a:pPr>
              <a:spcBef>
                <a:spcPts val="1600"/>
              </a:spcBef>
              <a:defRPr sz="2800">
                <a:solidFill>
                  <a:srgbClr val="AACCEE"/>
                </a:solidFill>
              </a:defRPr>
            </a:pPr>
            <a:r>
              <a:t>UB 数据路径：Load/Store vs URMA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DDEE"/>
                </a:solidFill>
              </a:defRPr>
            </a:pPr>
            <a:r>
              <a:t>LLM 推理基础设施选型参考  |  2026-08-05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1.  CXL 与 UB 是什么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2.  内存池化三种模式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3.  CXL / UB 参考架构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4.  核心设计哲学差异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5.  性能与规模对比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6.  LLM 推理 KV Cache 分层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7.  软件栈与部署成本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8.  优劣势与选型矩阵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9.  两套落地方案摘要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10. UB 数据路径：LD/ST vs URMA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1. CXL 与 UB 是什么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  <a:gridCol w="48463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CXL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UB（灵衢）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全称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Compute Express 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Unified Bus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基于 PCIe 的开放行业标准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华为超节点统一互联协议栈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解决什么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机内内存扩展与池化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机内+机间协议归一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典型范围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单机 / 机架内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芯片 → 机柜 → 集群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生态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CXL 联盟，全球开放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灵衢社区，国产算力栈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1. 一句话理解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CXL = 在现有服务器架构上，给内存和加速器加一条标准扩展总线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UB  = 从零设计「一台逻辑大计算机」，用一套总线连接所有组件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类比英伟达栈：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  • CXL  ≈  通用内存扩展标准（类似补 DRAM 容量）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  • UB   ≈  NVLink + IB 的统一替代（在华为超节点内）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2. 内存池化三种模式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2560320"/>
                <a:gridCol w="25603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CXL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UB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内存扩展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给主机借更多容量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✅ 主战场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✅ 支持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内存池化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多主机共享，按需分配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✅ CXL 2.0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✅ UBS Mem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内存共享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多主机同时访问同一块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CXL 3.0 强一致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 共享区（最终一致）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 方案 A：CXL 内存池化架构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拓扑：多 Host → CXL Switch → Memory Box（Type-3 DIMM 池）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编排：Fabric Manager 发现拓扑、按 Host 分配内存区域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访问：OS 将 CXL 内存呈现为远端 NUMA node（CPUless NUMA）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软件：Linux memtiering / DAMON + vLLM KV offload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参考规模（Beluga 论文）：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• 16 台 server 共享 ~8TB 内存池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• 总带宽 ~1TB/s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数据路径：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[GPU/NPU] ←PCIe→ [CPU] ←CXL→ [Switch] ←→ [Memory Pool]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 方案 B：UB（灵衢）内存池化架构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拓扑：CPU / NPU / DDR / NIC / Switch 全部 UB 对等互联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编排：UBS Engine + UBFM（去中心化，N-1 高可用）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池化模式：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• 内存借用（Lease）：邻居空闲 DDR 映射给本节点，用完归还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• 内存共享（Share）：多节点同时 attach 同一块内存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软件：openEuler + UBS Mem（ubsmem_lease_malloc）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数据路径：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[NPU-1] ←UB→ [NPU-2]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[DDR-1] ←UB→ [DDR-2]  （池化，互为 lease）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 核心设计哲学差异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CXL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UB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设计起点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PCIe 生态扩展 CPU 可见内存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超节点「一台逻辑计算机」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中心节点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CPU Host 发起访问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CPU/NPU 对等访问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互联范围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机架内为主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机内 + 机间统一协议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CXL 域内强一致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最终一致（利于大规模）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AI 集群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补内存；机间仍靠 IB/RoCE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内存+互联+通信一体化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5. 性能与规模预期（工程量级）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CXL 池化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UB 池化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单跳延迟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~750ns – 1µs+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~150ns（机内目标）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池化带宽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Switch ~1–2 TB/s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单链路 ~1.25 TB/s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池容量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机架 TB 级（如 8TB）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超节点多节点 DDR 聚合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跨机架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CXL 4.0 规划中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UB-Mesh + Clos 已支持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尾延迟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页错误、Switch 争用敏感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远端映射 + 应用适配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LLM 推理：KV Cache 分层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CXL 方案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UB 方案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热 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GPU HBM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NPU HBM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温 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本机 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本机 DDR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冷 KV / 溢出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CXL 内存池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 池化 DDR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跨节点 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需 RDMA/IB 另建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 统一 fabric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软件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Beluga / vLLM KV offload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vLLM-Ascend KV connector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7. 软件栈对比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  <a:gridCol w="48463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CXL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UB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编排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Fabric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UBS Engine + UBFM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CXL 驱动 / HDM / NUMA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 OS Component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numactl / memtiering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ubsmem_lease_malloc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FM + 自研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Prometheus 兼容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故障域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Switch/DIMM 故障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N-1 节点失效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7. 部署形态与成本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形态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CXL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UB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最小起步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单机 + Type-3 内存条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需 UB 超节点环境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真正池化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Switch + Memory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超节点自带 UB fabric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现有机房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可渐进部署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通常新建超节点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锁定风险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开放标准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绑定国产栈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适用客户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x86 + NVIDIA 集群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昇腾 / 政务 / 运营商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8. 优劣势总结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486400" cy="457200"/>
          </a:xfrm>
          <a:prstGeom prst="roundRect">
            <a:avLst/>
          </a:prstGeom>
          <a:solidFill>
            <a:srgbClr val="00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CXL 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开放标准，全球生态</a:t>
            </a:r>
          </a:p>
          <a:p>
            <a:pPr>
              <a:spcAft>
                <a:spcPts val="600"/>
              </a:spcAft>
              <a:defRPr sz="1400"/>
            </a:pPr>
            <a:r>
              <a:t>• 强一致性，NUMA 模型友好</a:t>
            </a:r>
          </a:p>
          <a:p>
            <a:pPr>
              <a:spcAft>
                <a:spcPts val="600"/>
              </a:spcAft>
              <a:defRPr sz="1400"/>
            </a:pPr>
            <a:r>
              <a:t>• 可渐进部署，不绑厂商</a:t>
            </a:r>
          </a:p>
          <a:p>
            <a:pPr>
              <a:spcAft>
                <a:spcPts val="600"/>
              </a:spcAft>
              <a:defRPr sz="1400"/>
            </a:pPr>
            <a:r>
              <a:t>• 2025–2026 Switch 量产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UB 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协议归一：内存+互联+通信</a:t>
            </a:r>
          </a:p>
          <a:p>
            <a:pPr>
              <a:spcAft>
                <a:spcPts val="600"/>
              </a:spcAft>
              <a:defRPr sz="1400"/>
            </a:pPr>
            <a:r>
              <a:t>• NPU 直访池化 DDR</a:t>
            </a:r>
          </a:p>
          <a:p>
            <a:pPr>
              <a:spcAft>
                <a:spcPts val="600"/>
              </a:spcAft>
              <a:defRPr sz="1400"/>
            </a:pPr>
            <a:r>
              <a:t>• lease/share 原生支持</a:t>
            </a:r>
          </a:p>
          <a:p>
            <a:pPr>
              <a:spcAft>
                <a:spcPts val="600"/>
              </a:spcAft>
              <a:defRPr sz="1400"/>
            </a:pPr>
            <a:r>
              <a:t>• 万卡「一台计算机」愿景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8. 优劣势总结（续）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486400" cy="457200"/>
          </a:xfrm>
          <a:prstGeom prst="roundRect">
            <a:avLst/>
          </a:prstGeom>
          <a:solidFill>
            <a:srgbClr val="006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CXL 劣势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CPU 中心，NPU 路径绕</a:t>
            </a:r>
          </a:p>
          <a:p>
            <a:pPr>
              <a:spcAft>
                <a:spcPts val="600"/>
              </a:spcAft>
              <a:defRPr sz="1400"/>
            </a:pPr>
            <a:r>
              <a:t>• 机间仍依赖 IB/RoCE</a:t>
            </a:r>
          </a:p>
          <a:p>
            <a:pPr>
              <a:spcAft>
                <a:spcPts val="600"/>
              </a:spcAft>
              <a:defRPr sz="1400"/>
            </a:pPr>
            <a:r>
              <a:t>• 尾延迟需大量调优</a:t>
            </a:r>
          </a:p>
          <a:p>
            <a:pPr>
              <a:spcAft>
                <a:spcPts val="600"/>
              </a:spcAft>
              <a:defRPr sz="1400"/>
            </a:pPr>
            <a:r>
              <a:t>• 多 rack 池化仍在规划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UB 劣势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生态封闭在国产栈</a:t>
            </a:r>
          </a:p>
          <a:p>
            <a:pPr>
              <a:spcAft>
                <a:spcPts val="600"/>
              </a:spcAft>
              <a:defRPr sz="1400"/>
            </a:pPr>
            <a:r>
              <a:t>• 最终一致，应用需适配</a:t>
            </a:r>
          </a:p>
          <a:p>
            <a:pPr>
              <a:spcAft>
                <a:spcPts val="600"/>
              </a:spcAft>
              <a:defRPr sz="1400"/>
            </a:pPr>
            <a:r>
              <a:t>• 非昇腾客户难采用</a:t>
            </a:r>
          </a:p>
          <a:p>
            <a:pPr>
              <a:spcAft>
                <a:spcPts val="600"/>
              </a:spcAft>
              <a:defRPr sz="1400"/>
            </a:pPr>
            <a:r>
              <a:t>• 第三方验证相对少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8. 选型决策矩阵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推荐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x86 + NVIDIA，扩 KV 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CXL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昇腾 Atlas 超节点已立项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要多云/多厂商、怕锁定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CXL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PD 分离 + KV 跨节点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机架内 8–16 台共享 DDR 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CXL 2.0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万卡统一内存编址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9. 落地方案 A：CXL-Pool（GPU 推理）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硬件：8× GPU 服务器 + CXL Switch + 8TB Memory Box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连接：每 server 2× PCIe5 x16 CXL 适配器 → Switch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池化：FM 按 job 分配 1–2TB/节点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软件：Linux memtiering + vLLM KV offload → CXL NUMA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SLA：热 KV 在 HBM；冷 KV 在 CXL 池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适合：已有 NVIDIA 集群，KV 内存成为瓶颈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9. 落地方案 B：UB-Pool（昇腾推理）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硬件：Atlas 950 SuperPoD，多节点 NPU + DDR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连接：机柜内 UB-Mesh，DDR 全池化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池化：UBS Engine 内存借用；NPU 经 UB 访问邻居 DDR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软件：openEuler + UBS Mem + vLLM-Ascend KV connector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SLA：热 KV 在 HBM；溢出 KV 走 UB 池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适合：国产算力、超节点已采购、长上下文高并发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10. UB 数据路径：结论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✅ 基本正确：小包 LD/ST 效率高，大包 URMA 效率高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更严谨表述：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• LD/ST（TP Bypass）→ 小 payload、低延迟、同步访问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• Read/Write（Work-Queue）→ 大 payload、高吞吐、异步批量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关键澄清：LD/ST 不是与 URMA 对立，而是 URMA 内部的 fast path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OpenURMA：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load/store wins on short, latency-tight operations;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  work-queue path on long, throughput-bound ones.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10. 为什么小包 LD/ST 更快？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流程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Work-Queue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WQE→Doorbell→DMA→CQE→轮询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~10 级 pipeline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Load/Store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CPU ld/st → 片上控制器 → 发网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~5 级，TP Bypass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64B 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UB LD/ST ~500ns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RoCE ~2200ns（慢 4.5×）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10. 工程决策表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50292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推荐路径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006D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64B–256B 元数据读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LD/ST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延迟最低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细粒度 KV / 原子更新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LD/ST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同步语义简单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MB 级 KV 迁移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URMA R/W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DMA 吞吐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异步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URMA R/W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非阻塞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Send/Recv 消息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URMA Jetty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LD/ST 不支持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10. 一句话记忆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小包 → 控制面开销主导 → LD/ST 砍掉 WQE/Doorbell/CQE → 延迟赢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大包 → 数据面吞吐主导 → Work-Queue + DMA 流水线 → 带宽赢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注意：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  • 没有固定字节阈值，几 KB 以下偏 LD/ST，需实测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  • LD/ST 会阻塞 CPU，大包全用反而更慢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  • URMA 是总称，包含 LD/ST 和 Read/Write 两条 data path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总结</a:t>
            </a:r>
          </a:p>
          <a:p>
            <a:pPr>
              <a:spcBef>
                <a:spcPts val="1400"/>
              </a:spcBef>
              <a:defRPr sz="2000">
                <a:solidFill>
                  <a:srgbClr val="CCDDEE"/>
                </a:solidFill>
              </a:defRPr>
            </a:pPr>
            <a:r>
              <a:t>CXL：现有数据中心渐进扩内存，x86/GPU 友好</a:t>
            </a:r>
          </a:p>
          <a:p>
            <a:pPr>
              <a:spcBef>
                <a:spcPts val="1400"/>
              </a:spcBef>
              <a:defRPr sz="2000">
                <a:solidFill>
                  <a:srgbClr val="CCDDEE"/>
                </a:solidFill>
              </a:defRPr>
            </a:pPr>
            <a:r>
              <a:t>UB：超节点统一 fabric，昇腾/NPU 原生池化</a:t>
            </a:r>
          </a:p>
          <a:p>
            <a:pPr>
              <a:spcBef>
                <a:spcPts val="1400"/>
              </a:spcBef>
              <a:defRPr sz="2000">
                <a:solidFill>
                  <a:srgbClr val="CCDDEE"/>
                </a:solidFill>
              </a:defRPr>
            </a:pPr>
            <a:r>
              <a:t>LD/ST vs URMA：小包同步走 LD/ST，大包异步走 Work-Queue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参考资料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CXL Consortium: computeexpresslink.org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Beluga (CXL KVCache): arxiv.org/pdf/2511.20172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OpenURMA: arxiv.org/html/2605.28717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灵衢 UB Service Core: openeuler.org/projects/ub-service-core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超节点白皮书: deeplink-org.github.io/superpod-whitepaper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vLLM-Ascend: docs.vllm.ai/projects/ascend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