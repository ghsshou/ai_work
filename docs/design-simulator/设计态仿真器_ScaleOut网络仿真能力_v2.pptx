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 为已确认的可落地机制版。v1 浅稿归档。版式对齐框架侧 DAG v6，不画灰色「已具备」层。</a:t>
            </a:r>
          </a:p>
          <a:p>
            <a:r>
              <a:t>面向 10T～50T+、约 50 万卡 ScaleOut。标题中的十万～五十万卡是离散事件要推进的规模。</a:t>
            </a:r>
          </a:p>
          <a:p>
            <a:r>
              <a:t>输入四类同时抽出：拓扑与链路故障、集合通信事件、协议与拥塞参数、182X 队列参数。</a:t>
            </a:r>
          </a:p>
          <a:p>
            <a:r>
              <a:t>① 事件驱动的拓扑仿真。在 CLOS/Dragonfly 上做离散事件调度，注入链路故障，跑控制面重收敛，再逐跳核对转发路径。这些都是现成的网络仿真步骤，不另起一套名字。</a:t>
            </a:r>
          </a:p>
          <a:p>
            <a:r>
              <a:t>② RoCE 与 UBoE 行为对比。同一流量分别比较发送与完成队列、ECN/拥塞反压、超时与选择重传。集合通信按事件序回放，对照完成时序，不按平均带宽估算。</a:t>
            </a:r>
          </a:p>
          <a:p>
            <a:r>
              <a:t>③ 182X 端侧行为校准。用 DMA 描述符、门铃与队列、硬件 offload 描述收发，再用实测数据校准端侧延迟与吞吐。换模组不改上层拓扑与协议的事件接口。</a:t>
            </a:r>
          </a:p>
          <a:p>
            <a:r>
              <a:t>输出：重构路径时序、集合完成时间、RoCE/UBoE 时序差、端侧延迟吞吐。</a:t>
            </a:r>
          </a:p>
          <a:p>
            <a:r>
              <a:t>配色：品牌红 #b5333b 只标仿真技术层；输入输出用灰蓝 #566472；过渡箭头浅灰 #c8c8cc。框内只写技术点名称，先后写在框外短注和右栏。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11521440" cy="219456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设计态 AI 集群仿真器  ·  ScaleOut 网络仿真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29184"/>
            <a:ext cx="11612880" cy="34747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以事件驱动仿真拓扑、协议与模组，支撑十万～五十万卡 ScaleOut 网络设计决策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713232"/>
            <a:ext cx="11777472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" y="804672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713232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面向场景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713232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面向 10T～50T+、约 50 万卡 ScaleOut，在设计态做事件级网络仿真，对照吞吐、延迟、拥塞与瓶颈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" y="1133856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042416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竞争力目标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1042416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同一流量对比 RoCE 与 UBoE 的队列、ECN/拥塞反压与重传，并以 182X 的 DMA 描述符、门铃与硬件 offload 校准端侧延迟与吞吐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" y="1463040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371600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技术挑战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1371600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离散事件在五十万卡的 CLOS/Dragonfly 上可推进，故障后控制面可重收敛，集合通信按事件序可复现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1773936"/>
            <a:ext cx="3108960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能力结构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" y="1975104"/>
            <a:ext cx="621792" cy="585216"/>
          </a:xfrm>
          <a:prstGeom prst="rect">
            <a:avLst/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1975104"/>
            <a:ext cx="621792" cy="58521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输入层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1975104"/>
            <a:ext cx="5129783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四类输入同时抽出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2212848"/>
            <a:ext cx="1241298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拓扑与链路故障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64842" y="2212848"/>
            <a:ext cx="1241298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集合通信事件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61004" y="2212848"/>
            <a:ext cx="1241298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协议与拥塞参数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7166" y="2212848"/>
            <a:ext cx="1241298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182X 队列参数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3342132" y="2564892"/>
            <a:ext cx="182880" cy="91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1168" y="2660904"/>
            <a:ext cx="621792" cy="3108960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" y="2660904"/>
            <a:ext cx="621792" cy="310896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仿真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本页核心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2660904"/>
            <a:ext cx="5129783" cy="3108960"/>
          </a:xfrm>
          <a:prstGeom prst="roundRect">
            <a:avLst>
              <a:gd name="adj" fmla="val 3000"/>
            </a:avLst>
          </a:prstGeom>
          <a:solidFill>
            <a:srgbClr val="FDF0F1"/>
          </a:solidFill>
          <a:ln w="12700">
            <a:solidFill>
              <a:srgbClr val="E0A3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2706624"/>
            <a:ext cx="4983479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自上而下三层：事件推进、协议行为、端侧校准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1832" y="2944368"/>
            <a:ext cx="4983479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4" y="2962656"/>
            <a:ext cx="4837175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① 事件驱动的拓扑仿真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" y="3163824"/>
            <a:ext cx="4837175" cy="1645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在 CLOS/Dragonfly 上调度事件，故障后核对转发路径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4984" y="3346704"/>
            <a:ext cx="923543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离散事件调度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93391" y="3346704"/>
            <a:ext cx="923543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CLOS/Dragonfly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71800" y="3346704"/>
            <a:ext cx="923543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链路故障注入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50207" y="3346704"/>
            <a:ext cx="923543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控制面重收敛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28616" y="3346704"/>
            <a:ext cx="923543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转发路径核对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3342132" y="3803904"/>
            <a:ext cx="182880" cy="91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1832" y="3913632"/>
            <a:ext cx="4983479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" y="3931920"/>
            <a:ext cx="4837175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② RoCE / UBoE 行为对比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" y="4133088"/>
            <a:ext cx="4837175" cy="1645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同一流量对比 RoCE / UBoE，集合通信按事件序回放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4984" y="4315968"/>
            <a:ext cx="1168145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发送与完成队列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37994" y="4315968"/>
            <a:ext cx="1168145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ECN/拥塞反压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61004" y="4315968"/>
            <a:ext cx="1168145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超时与选择重传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84014" y="4315968"/>
            <a:ext cx="1168145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集合通信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事件序回放</a:t>
            </a:r>
          </a:p>
        </p:txBody>
      </p:sp>
      <p:sp>
        <p:nvSpPr>
          <p:cNvPr id="46" name="Down Arrow 45"/>
          <p:cNvSpPr/>
          <p:nvPr/>
        </p:nvSpPr>
        <p:spPr>
          <a:xfrm>
            <a:off x="3342132" y="4773168"/>
            <a:ext cx="182880" cy="91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41832" y="4882896"/>
            <a:ext cx="4983479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4984" y="4901183"/>
            <a:ext cx="4837175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③ 182X 端侧行为校准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4984" y="5102352"/>
            <a:ext cx="4837175" cy="1645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DMA 描述符、门铃与队列、硬件 offload，再校准端侧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4984" y="5285231"/>
            <a:ext cx="1168145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182X DMA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描述符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237994" y="5285231"/>
            <a:ext cx="1168145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门铃与队列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61004" y="5285231"/>
            <a:ext cx="1168145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硬件 offload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684014" y="5285231"/>
            <a:ext cx="1168145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端侧延迟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吞吐校准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3342132" y="5774436"/>
            <a:ext cx="182880" cy="91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01168" y="5870448"/>
            <a:ext cx="621792" cy="658368"/>
          </a:xfrm>
          <a:prstGeom prst="rect">
            <a:avLst/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1168" y="5870448"/>
            <a:ext cx="621792" cy="6583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" y="5870448"/>
            <a:ext cx="5129783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从事件结果分出四类对照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68680" y="6108192"/>
            <a:ext cx="1241298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重构路径时序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164842" y="6108192"/>
            <a:ext cx="1241298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集合完成时间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461004" y="6108192"/>
            <a:ext cx="1241298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RoCE/UBoE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时序差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57166" y="6108192"/>
            <a:ext cx="1241298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端侧延迟吞吐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44768" y="1773936"/>
            <a:ext cx="5815584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44768" y="1975104"/>
            <a:ext cx="5815584" cy="147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44768" y="2048256"/>
            <a:ext cx="64008" cy="1328928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9359" y="2020824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9359" y="2212848"/>
            <a:ext cx="5541264" cy="25603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离散事件调度与转发路径核对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9359" y="2487168"/>
            <a:ext cx="5522976" cy="44500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1）事件推进：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在 CLOS/Dragonfly 上做离散事件调度，再注入链路故障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9359" y="2932176"/>
            <a:ext cx="5522976" cy="44500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2）路径核对：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控制面重收敛后，逐跳核对转发路径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144768" y="3514344"/>
            <a:ext cx="5815584" cy="147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144768" y="3587496"/>
            <a:ext cx="64008" cy="1328928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09359" y="3560064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09359" y="3752088"/>
            <a:ext cx="5541264" cy="25603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RoCE 与 UBoE 行为对比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09359" y="4026408"/>
            <a:ext cx="5522976" cy="44500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1）行为对比：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同一流量分别比较发送与完成队列、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ECN/拥塞反压，以及超时与选择重传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9359" y="4471416"/>
            <a:ext cx="5522976" cy="44500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2）事件回放：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集合通信按事件序回放，对照完成时序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44768" y="5053584"/>
            <a:ext cx="5815584" cy="147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44768" y="5126736"/>
            <a:ext cx="64008" cy="1328928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59" y="5099304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09359" y="5291328"/>
            <a:ext cx="5541264" cy="25603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182X DMA、门铃与硬件 offload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09359" y="5565648"/>
            <a:ext cx="5522976" cy="44500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1）端侧建模：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用 182X DMA 描述符、门铃与队列、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硬件 offload 描述端侧收发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09359" y="6010656"/>
            <a:ext cx="5522976" cy="44500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2）延迟校准：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用实测数据校准端侧延迟与吞吐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9184" y="6638544"/>
            <a:ext cx="1005840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ScaleOut 网络仿真  ·  立项讨论稿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01  /  01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