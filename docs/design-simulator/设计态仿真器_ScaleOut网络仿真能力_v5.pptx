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v5：相对 v4——左核心三模块信息密度翻倍：每模块 8 个技术名词框（两行×四列）；右关键技术 / 横幅 / 配色保持 v4；③ 仍基于 CX model，182X 仅作映射实例。</a:t>
            </a:r>
          </a:p>
          <a:p>
            <a:r>
              <a:t>关键技术 1：基于拓扑意图图的多路径交叉验证</a:t>
            </a:r>
          </a:p>
          <a:p>
            <a:r>
              <a:t>关键技术 2：基于双栈行为模型的协议路径对照</a:t>
            </a:r>
          </a:p>
          <a:p>
            <a:r>
              <a:t>关键技术 3：基于 CX model 的端/网侧模组级仿真</a:t>
            </a:r>
          </a:p>
          <a:p>
            <a:r>
              <a:t>① 基于拓扑意图图的多路径路由仿真：CLOS/Dragonfly 意图建模、ECMP 哈希多路径、故障域重构推演、跨域收敛比测算、路由表规模外推、多路径负载均衡、断链重路由时延、Pod/Spine 分层映射。</a:t>
            </a:r>
          </a:p>
          <a:p>
            <a:r>
              <a:t>② 基于双栈行为模型的流量仿真：RoCE 拥塞控制、UBoE 转发路径、集合通信轨迹重放、PFC/ECN 策略对照、队列深度水位、重传与乱序模型、AllReduce/AlltoAll 模式、跨 ScaleOut 流量注入。</a:t>
            </a:r>
          </a:p>
          <a:p>
            <a:r>
              <a:t>③ 基于 CX model 的端网模组仿真：CX 端侧延迟链、182X DMA/门铃映射、交换机队列调度、端网模组插拔接口、CX offload 路径、主机侧/PCIe 延迟、交换机缓冲与 VOQ、模组参数标定接口。</a:t>
            </a:r>
          </a:p>
          <a:p>
            <a:r>
              <a:t>配色遵循 AICO-PPT：品牌红 #b5333b 只标仿真技术核心，结构用灰蓝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以拓扑、协议、模组三层仿真支撑十万～五十万卡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 大模型、约 50 万卡量级集群，在设计态仿真 ScaleOut 网络方案与网卡行为，对照吞吐、延迟与瓶颈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对照 RoCE 与 UBoE 等协议路径，并以 CX model 刻画网卡模组级行为，给出可量化的方案取舍依据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超大规模拓扑与路由保真、集合通信与流量跨 ScaleOut 可复现、端侧网卡与网侧交换机行为可插拔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19072"/>
            <a:ext cx="1463040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19072"/>
            <a:ext cx="4288536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1883664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待验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证项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ScaleOut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收敛比分析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拥塞/丢包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性能测算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8496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协议路径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吞吐对照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故障重构影响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267712"/>
            <a:ext cx="621792" cy="274320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267712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集群拓扑意图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027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并行与通信模式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186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4345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网卡与模组参数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342132" y="2545689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624327"/>
            <a:ext cx="621792" cy="352958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2624327"/>
            <a:ext cx="621792" cy="35295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2624327"/>
            <a:ext cx="5129783" cy="3529584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2651759"/>
            <a:ext cx="5020055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自上而下三层；协议层双栈可对照，模组层基于 CX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" y="2807207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基于拓扑意图图的多路径路由仿真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" y="298094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意图建模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87702" y="298094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ECMP 哈希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1859" y="298094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故障域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重构推演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16017" y="298094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跨域收敛比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测算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" y="344500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路由表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规模外推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87702" y="344500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负载均衡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51859" y="344500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断链重路由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16017" y="344500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Pod/Spine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分层映射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342132" y="3887114"/>
            <a:ext cx="182880" cy="338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" y="3927348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基于双栈行为模型的流量仿真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" y="410108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拥塞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控制模型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87702" y="410108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UBoE 转发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路径模型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51859" y="410108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轨迹重放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16017" y="410108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PFC/ECN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策略对照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" y="4565142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队列深度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水位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87702" y="4565142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重传与乱序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51859" y="4565142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AllReduce/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AlltoAll 模式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16017" y="4565142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 ScaleOut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流量注入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3342132" y="5007254"/>
            <a:ext cx="182880" cy="338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" y="5047488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基于 CX model 的端网模组仿真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" y="522122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端侧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延迟链模型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87702" y="522122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/门铃映射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51859" y="522122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交换机队列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调度模型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16017" y="5221223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端网模组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插拔接口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" y="568528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offload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87702" y="568528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主机侧/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PCIe 延迟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51859" y="568528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交换机缓冲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与 VOQ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16017" y="5685281"/>
            <a:ext cx="1227581" cy="4320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模组参数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标定接口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3342132" y="6157569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6163055"/>
            <a:ext cx="3693444" cy="64007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从执行结果分出四类对照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" y="6236207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" y="6236207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868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带宽延迟对照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6027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集合通信效率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5186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瓶颈定位图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4345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网卡方案对比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4768" y="1719072"/>
            <a:ext cx="5815584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44768" y="2267712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44768" y="2340864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59" y="2313432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59" y="2505456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基于拓扑意图图的多路径交叉验证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59" y="2761488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1）意图构图：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先从集群拓扑意图生成可扩 CLOS/Dragonfly，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再注入路由与故障路径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59" y="316687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2）同负载对照：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同一通信负载下对比不同拓扑与路由配置的瓶颈位置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44768" y="3709416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44768" y="3782568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59" y="3755136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59" y="3947160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基于双栈行为模型的协议路径对照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9359" y="420319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1）双栈回放：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同一流量意图分别注入 RoCE / UBoE 行为模型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59" y="460857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2）事件序重放：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集合通信与跨 ScaleOut 流量按事件序回放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44768" y="5151120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44768" y="5224272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9359" y="5196840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9359" y="5388864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 CX model 的端/网侧模组级仿真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59" y="564489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1）模组建模：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CX model 刻画端侧 DMA/offload 与网侧交换机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延迟、吞吐（含 182X 映射）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09359" y="6050280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2）接口解耦：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设备接口固定，换网卡或交换机模型不改上层拓扑与协议层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立项讨论稿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