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中间不是分类表，而是三段顺序。</a:t>
            </a:r>
          </a:p>
          <a:p>
            <a:r>
              <a:t>① 四条来源（结构、源码、框架 IR、运行 Trace）先并列抽出，再顺着做算子实例化、形状精度绑定、控制流展开、多框架归一，收成一套可仿真 DAG。</a:t>
            </a:r>
          </a:p>
          <a:p>
            <a:r>
              <a:t>② 规模链与序列链并排向下、同时改写。规模链：小集群映射、大卡拓扑展开、并行策略切分、批次并发扩展。序列链：长序列切块、Prefix 复用、量化改写、融合与重计算。两链汇合后，执行图再分出集合通信、点对点流量、内存容量、数据读取四张域图。</a:t>
            </a:r>
          </a:p>
          <a:p>
            <a:r>
              <a:t>③ 依赖展开之后做算子调度和执行序编排，最后按规模、资源、并行限制重放，对照吞吐、排队和瓶颈。</a:t>
            </a:r>
          </a:p>
          <a:p>
            <a:r>
              <a:t>输入直接进入 DAG 引擎，下面是输出层，本页不接仿真核。圆角矩形是名词（来源或图），箭头块是有顺序的动作。每组约 4 个框。</a:t>
            </a:r>
          </a:p>
          <a:p>
            <a:r>
              <a:t>配色遵循 AICO-PPT：品牌红 #b5333b 只标 DAG 引擎，结构用灰蓝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训练框架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4842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推理框架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RL 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7166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模型与源码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342132" y="2272284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368296"/>
            <a:ext cx="5129783" cy="3749039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2414015"/>
            <a:ext cx="5001768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先并列抽出，再顺次收成一张 DAG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560320"/>
            <a:ext cx="5001768" cy="11887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四条来源同时抽出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2679191"/>
            <a:ext cx="1209294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模型结构解析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6846" y="2679191"/>
            <a:ext cx="1209294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源码静态抽取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1004" y="2679191"/>
            <a:ext cx="1209294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框架 IR 抽取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5162" y="2679191"/>
            <a:ext cx="1209294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运行 Trace 回填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342132" y="2979115"/>
            <a:ext cx="182880" cy="7680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3063239"/>
            <a:ext cx="5001768" cy="11887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再按顺序收成一套可仿真 DAG</a:t>
            </a:r>
          </a:p>
        </p:txBody>
      </p:sp>
      <p:sp>
        <p:nvSpPr>
          <p:cNvPr id="36" name="Pentagon 35"/>
          <p:cNvSpPr/>
          <p:nvPr/>
        </p:nvSpPr>
        <p:spPr>
          <a:xfrm>
            <a:off x="932688" y="3182111"/>
            <a:ext cx="1277874" cy="310896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实例化</a:t>
            </a:r>
          </a:p>
        </p:txBody>
      </p:sp>
      <p:sp>
        <p:nvSpPr>
          <p:cNvPr id="37" name="Chevron 36"/>
          <p:cNvSpPr/>
          <p:nvPr/>
        </p:nvSpPr>
        <p:spPr>
          <a:xfrm>
            <a:off x="2173986" y="3182111"/>
            <a:ext cx="1277874" cy="310896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形状精度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38" name="Chevron 37"/>
          <p:cNvSpPr/>
          <p:nvPr/>
        </p:nvSpPr>
        <p:spPr>
          <a:xfrm>
            <a:off x="3415284" y="3182111"/>
            <a:ext cx="1277874" cy="310896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控制流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39" name="Chevron 38"/>
          <p:cNvSpPr/>
          <p:nvPr/>
        </p:nvSpPr>
        <p:spPr>
          <a:xfrm>
            <a:off x="4656581" y="3182111"/>
            <a:ext cx="1241298" cy="310896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多框架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归一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3342132" y="3506723"/>
            <a:ext cx="182880" cy="777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3598163"/>
            <a:ext cx="5001768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两条链同时改写，汇合后再分出域图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" y="3744468"/>
            <a:ext cx="245516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771900"/>
            <a:ext cx="232714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规模链</a:t>
            </a: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小集群扩到大卡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3982211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小集群映射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2068829" y="4176979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5840" y="4242816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大卡拓扑展开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2068829" y="4437583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840" y="4503420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并行策略切分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2068829" y="4698187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5840" y="4764024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批次并发扩展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79292" y="3744468"/>
            <a:ext cx="245516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2444" y="3771900"/>
            <a:ext cx="232714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序列链</a:t>
            </a: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长上下文与精度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52444" y="3982211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长序列切块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615434" y="4176979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552444" y="4242816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Prefix 复用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4615434" y="4437583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552444" y="4503420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量化改写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4615434" y="4698187"/>
            <a:ext cx="182880" cy="603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52444" y="4764024"/>
            <a:ext cx="2308860" cy="187452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融合与重计算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5006340"/>
            <a:ext cx="5001768" cy="12801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两链汇合后，从执行图分出四张域图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2688" y="5134355"/>
            <a:ext cx="713232" cy="274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执行图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664208" y="5211165"/>
            <a:ext cx="146304" cy="1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828800" y="5134355"/>
            <a:ext cx="985265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68930" y="5134355"/>
            <a:ext cx="985265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点对点流量图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09060" y="5134355"/>
            <a:ext cx="985265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内存容量图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49190" y="5134355"/>
            <a:ext cx="985265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数据读取图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3342132" y="5422391"/>
            <a:ext cx="182880" cy="777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" y="5513831"/>
            <a:ext cx="5001768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按约束排好序，再对照重放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" y="5660136"/>
            <a:ext cx="5001768" cy="11887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依赖排定之后才调度，调度之后才重放</a:t>
            </a:r>
          </a:p>
        </p:txBody>
      </p:sp>
      <p:sp>
        <p:nvSpPr>
          <p:cNvPr id="70" name="Pentagon 69"/>
          <p:cNvSpPr/>
          <p:nvPr/>
        </p:nvSpPr>
        <p:spPr>
          <a:xfrm>
            <a:off x="932688" y="5779007"/>
            <a:ext cx="1277874" cy="292608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依赖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71" name="Chevron 70"/>
          <p:cNvSpPr/>
          <p:nvPr/>
        </p:nvSpPr>
        <p:spPr>
          <a:xfrm>
            <a:off x="2173986" y="5779007"/>
            <a:ext cx="1277874" cy="292608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调度</a:t>
            </a:r>
          </a:p>
        </p:txBody>
      </p:sp>
      <p:sp>
        <p:nvSpPr>
          <p:cNvPr id="72" name="Chevron 71"/>
          <p:cNvSpPr/>
          <p:nvPr/>
        </p:nvSpPr>
        <p:spPr>
          <a:xfrm>
            <a:off x="3415284" y="5779007"/>
            <a:ext cx="1277874" cy="292608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执行序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73" name="Chevron 72"/>
          <p:cNvSpPr/>
          <p:nvPr/>
        </p:nvSpPr>
        <p:spPr>
          <a:xfrm>
            <a:off x="4656581" y="5779007"/>
            <a:ext cx="1241298" cy="292608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多场景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重放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3342132" y="6121907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8680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场景执行图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64842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461004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757166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吞吐瓶颈对照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59" y="221284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先抽出，再收成可仿真 DAG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59" y="246888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1）并列抽取：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训练、推理、RL 的结构、源码、框架 IR 与运行 Trace 四路同时进入。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59" y="292303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2）顺次收束：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先实例化算子，再绑定形状与精度、展开控制流，收成一套 DAG。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9359" y="375208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按场景改写执行图，并派生域图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59" y="400812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1）两条改写链：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规模链把小集群扩成大卡，并切分并行；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序列链同时做切块、Prefix、量化与重计算。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59" y="446227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2）执行图分叉：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两链汇合后，从执行图分出集合通信、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点对点流量、内存容量和数据读取。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9359" y="529132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按约束编排，再对照重放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59" y="554736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1）编排顺序：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先展开依赖，再调度算子、排执行序，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最后按规模、资源和并行限制重放。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59" y="600151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2）对照产出：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得到场景执行图、网络流量图、内存访存图，以及吞吐、排队和瓶颈。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