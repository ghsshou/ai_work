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v3：相对 v2——关键技术改为有深度的名词（基于…）；核心模块标题改为方法+对象；每层约 4 个技术名词框，去掉组件/功能堆砌；仍无「校准」措辞。</a:t>
            </a:r>
          </a:p>
          <a:p>
            <a:r>
              <a:t>关键技术 1：基于可扩拓扑的多路径交叉验证</a:t>
            </a:r>
          </a:p>
          <a:p>
            <a:r>
              <a:t>关键技术 2：基于双协议的路径对照仿真</a:t>
            </a:r>
          </a:p>
          <a:p>
            <a:r>
              <a:t>关键技术 3：基于 182X 的模组保真仿真</a:t>
            </a:r>
          </a:p>
          <a:p>
            <a:r>
              <a:t>① 基于拓扑意图的路由仿真：CLOS/Dragonfly 拓扑建模、ECMP 多路径选路、故障重构路径推演、跨域收敛比分析。</a:t>
            </a:r>
          </a:p>
          <a:p>
            <a:r>
              <a:t>② 基于双协议的流量仿真：RoCE/UBoE 行为模型、集合通信事件重放、PFC/ECN 拥塞策略。</a:t>
            </a:r>
          </a:p>
          <a:p>
            <a:r>
              <a:t>③ 基于 182X 的设备仿真：182X DMA 行为模型、硬件 offload 模型、网侧交换机模型、模组可替换接口。</a:t>
            </a:r>
          </a:p>
          <a:p>
            <a:r>
              <a:t>配色遵循 AICO-PPT：品牌红 #b5333b 只标仿真技术核心，结构用灰蓝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以拓扑、协议、模组三层仿真支撑十万～五十万卡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 大模型、约 50 万卡量级集群，在设计态仿真 ScaleOut 网络方案与网卡行为，对照吞吐、延迟与瓶颈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可替换对比 RoCE 与 UBoE 等协议路径，并纳入 182X 网卡级行为，给出可量化的方案取舍依据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超大规模拓扑与路由保真、集合通信与流量跨 ScaleOut 可复现、端侧网卡与网侧交换机行为可插拔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19072"/>
            <a:ext cx="1463040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19072"/>
            <a:ext cx="4288536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1883664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待验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证项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ScaleOut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收敛比分析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拥塞/丢包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性能测算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8496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协议路径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吞吐对照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故障重构影响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267712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267712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集群拓扑意图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027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并行与通信模式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186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43450" y="2267712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网卡与模组参数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342132" y="2563977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642615"/>
            <a:ext cx="621792" cy="349300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2642615"/>
            <a:ext cx="621792" cy="34930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2642615"/>
            <a:ext cx="5129783" cy="3493008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2679191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自上而下三层，协议层必须能切 RoCE / UBoE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" y="2852927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基于拓扑意图的路由仿真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" y="302666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拓扑建模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87702" y="302666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ECMP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多路径选路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1859" y="302666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故障重构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路径推演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16017" y="302666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跨域收敛比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342132" y="3906316"/>
            <a:ext cx="182880" cy="384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" y="3950207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基于双协议的流量仿真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" y="412394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行为模型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87702" y="412394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UBoE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行为模型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51859" y="412394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事件重放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16017" y="412394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PFC/ECN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拥塞策略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3342132" y="5003596"/>
            <a:ext cx="182880" cy="384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" y="5047488"/>
            <a:ext cx="502005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基于 182X 的设备仿真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" y="522122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行为模型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87702" y="522122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offload 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1859" y="522122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网侧交换机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16017" y="5221223"/>
            <a:ext cx="1227581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模组可替换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3342132" y="6139281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6144767"/>
            <a:ext cx="3693444" cy="64007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从执行结果分出四类对照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" y="6217919"/>
            <a:ext cx="621792" cy="31089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" y="6217919"/>
            <a:ext cx="621792" cy="3108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带宽延迟对照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6027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集合通信效率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5186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瓶颈定位图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43450" y="6217919"/>
            <a:ext cx="1255013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RoCE/UBoE/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网卡方案对比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44768" y="1719072"/>
            <a:ext cx="5815584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44768" y="2267712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44768" y="2340864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59" y="2313432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2505456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基于可扩拓扑的多路径交叉验证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2761488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1）规模化：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先建可扩拓扑，再注入路由与故障路径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316687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2）可对照：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同一负载下对比不同拓扑/路由配置的瓶颈位置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44768" y="3709416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44768" y="3782568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59" y="3755136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59" y="3947160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基于双协议的路径对照仿真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59" y="4203192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1）可切换：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同一流量意图分别走 RoCE / UBoE 行为模型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59" y="460857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2）可复现：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集合通信与跨 ScaleOut 流量按事件序回放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44768" y="5151120"/>
            <a:ext cx="5815584" cy="1377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44768" y="5224272"/>
            <a:ext cx="64008" cy="123139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59" y="5196840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59" y="5388864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 182X 的模组保真仿真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59" y="5644896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1）保真：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182X DMA/offload 与交换机行为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建模端侧与网侧延迟、吞吐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59" y="6050280"/>
            <a:ext cx="5522976" cy="40538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2）可替换：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设备接口固定，换网卡/交换机模型不改上层拓扑与协议层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立项讨论稿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