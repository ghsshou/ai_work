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v6：相对 v5——左架构图深灰描边 + 白底末级小块 + 三层分色色带；正式文案（标题/横幅/右关键技术/名词）保持 v5；新增第 2 页技术点说明备用页。</a:t>
            </a:r>
          </a:p>
          <a:p>
            <a:r>
              <a:t>关键技术 1：基于拓扑意图图的多路径交叉验证</a:t>
            </a:r>
          </a:p>
          <a:p>
            <a:r>
              <a:t>关键技术 2：基于双栈行为模型的协议路径对照</a:t>
            </a:r>
          </a:p>
          <a:p>
            <a:r>
              <a:t>关键技术 3：基于 CX model 的端/网侧模组级仿真</a:t>
            </a:r>
          </a:p>
          <a:p>
            <a:r>
              <a:t>配色：左图描边 #5a5a5e；拓扑带 #eef2f6 / 协议带 #f7f0f1 / 模组带 #eef5f0；右关键技术卡片描边仍为 #e7e7e7。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 第 2 页：技术点说明备用页。覆盖左图全部 24 个核心末级名词，以及输入/输出各 4 项。不进正式立项稿。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以拓扑、协议、模组三层仿真支撑十万～五十万卡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 大模型、约 50 万卡量级集群，在设计态仿真 ScaleOut 网络方案与网卡行为，对照吞吐、延迟与瓶颈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对照 RoCE 与 UBoE 等协议路径，并以 CX model 刻画网卡模组级行为，给出可量化的方案取舍依据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超大规模拓扑与路由保真、集合通信与流量跨 ScaleOut 可复现、端侧网卡与网侧交换机行为可插拔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19072"/>
            <a:ext cx="1463040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19072"/>
            <a:ext cx="4288536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1883664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待验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证项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ScaleOut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收敛比分析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拥塞/丢包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性能测算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8496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协议路径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吞吐对照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故障重构影响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267712"/>
            <a:ext cx="621792" cy="274320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267712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集群拓扑意图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027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并行与通信模式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186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4345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网卡与模组参数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342132" y="2545689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624327"/>
            <a:ext cx="621792" cy="352958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2624327"/>
            <a:ext cx="621792" cy="35295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2624327"/>
            <a:ext cx="5129783" cy="3529584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2651759"/>
            <a:ext cx="5020055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自上而下三层；协议层双栈可对照，模组层基于 CX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" y="2807207"/>
            <a:ext cx="5020055" cy="1078992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1270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2825495"/>
            <a:ext cx="4946903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基于拓扑意图图的多路径路由仿真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意图建模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05989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ECMP 哈希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1859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故障域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重构推演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97729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跨域收敛比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路由表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规模外推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05989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负载均衡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51859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断链重路由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时延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97729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Pod/Spine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分层映射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342132" y="3887114"/>
            <a:ext cx="182880" cy="338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3544" y="3927348"/>
            <a:ext cx="5020055" cy="1078992"/>
          </a:xfrm>
          <a:prstGeom prst="roundRect">
            <a:avLst>
              <a:gd name="adj" fmla="val 6000"/>
            </a:avLst>
          </a:prstGeom>
          <a:solidFill>
            <a:srgbClr val="F7F0F1"/>
          </a:solidFill>
          <a:ln w="1270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3945635"/>
            <a:ext cx="4946903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基于双栈行为模型的流量仿真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拥塞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控制模型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05989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UBoE 转发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1859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轨迹重放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97729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PFC/ECN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策略对照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队列深度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水位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05989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重传与乱序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51859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AllReduce/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AlltoAll 模式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97729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 ScaleOut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流量注入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3342132" y="5007254"/>
            <a:ext cx="182880" cy="338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23544" y="5047488"/>
            <a:ext cx="5020055" cy="1078992"/>
          </a:xfrm>
          <a:prstGeom prst="roundRect">
            <a:avLst>
              <a:gd name="adj" fmla="val 6000"/>
            </a:avLst>
          </a:prstGeom>
          <a:solidFill>
            <a:srgbClr val="EEF5F0"/>
          </a:solidFill>
          <a:ln w="1270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5065775"/>
            <a:ext cx="4946903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基于 CX model 的端网模组仿真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端侧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延迟链模型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05989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/门铃映射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51859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交换机队列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调度模型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97729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端网模组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插拔接口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0120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offload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05989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主机侧/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PCIe 延迟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51859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交换机缓冲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与 VOQ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97729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模组参数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标定接口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3342132" y="6157569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6163055"/>
            <a:ext cx="3693444" cy="64007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从执行结果分出四类对照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" y="6236207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1168" y="6236207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带宽延迟对照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6027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集合通信效率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5186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瓶颈定位图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4345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网卡方案对比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44768" y="1719072"/>
            <a:ext cx="5815584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44768" y="2267712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44768" y="2340864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59" y="2313432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59" y="2505456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基于拓扑意图图的多路径交叉验证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59" y="2761488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1）意图构图：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先从集群拓扑意图生成可扩 CLOS/Dragonfly，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再注入路由与故障路径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59" y="316687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2）同负载对照：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同一通信负载下对比不同拓扑与路由配置的瓶颈位置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44768" y="3709416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44768" y="3782568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9359" y="3755136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359" y="3947160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基于双栈行为模型的协议路径对照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59" y="420319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1）双栈回放：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同一流量意图分别注入 RoCE / UBoE 行为模型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59" y="460857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2）事件序重放：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集合通信与跨 ScaleOut 流量按事件序回放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44768" y="5151120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44768" y="5224272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59" y="5196840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59" y="5388864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 CX model 的端/网侧模组级仿真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9359" y="564489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1）模组建模：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CX model 刻画端侧 DMA/offload 与网侧交换机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延迟、吞吐（含 182X 映射）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59" y="6050280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2）接口解耦：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设备接口固定，换网卡或交换机模型不改上层拓扑与协议层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立项讨论稿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技术点说明（备用页 · 不进正式稿）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21792"/>
            <a:ext cx="11612880" cy="1828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对左图每一个末级技术名词给出一句设计态仿真语境下的用途说明，便于后续技术文档引用。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08813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集群拓扑意图：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描述目标集群的拓扑形态与规模意图，作为构图与路由仿真的输入。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26004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并行与通信模式：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给定训练并行策略与集合通信模式，驱动流量生成与轨迹注入。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43195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协议与拥塞策略：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指定 RoCE/UBoE 及 PFC/ECN 等策略配置，供双栈行为对照。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603857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网卡与模组参数：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提供端侧网卡与模组级延迟/吞吐参数，驱动 CX 模组实例化。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830628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拓扑层 — 基于拓扑意图图的多路径路由仿真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050084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CLOS/Dragonfly 意图建模：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把集群拓扑意图展开为可扩的 CLOS 或 Dragonfly 图，供路由与收敛比仿真使用。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22199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ECMP 哈希多路径：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按哈希分流模拟 ECMP 多路径转发，评估路径利用率与热点分布。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393899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故障域重构推演：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在指定故障域失效后重算可达与路由，量化重构对带宽与延迟的影响。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56580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跨域收敛比测算：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 Pod/域边界统计上下行带宽比，支撑 ScaleOut 带宽与过订阅设计。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273771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路由表规模外推：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按拓扑规模外推路由表项与查表开销，预估控制面与数据面压力。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290962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多路径负载均衡：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在多路径间分配流/报文负载，对照均衡策略对瓶颈位置的影响。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081528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断链重路由时延：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模拟链路中断后的重路由收敛过程，给出恢复时延与丢包窗口。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3253435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Pod/Spine 分层映射：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将逻辑意图映射到 Pod/Spine 分层设备与端口，驱动后续仿真实例化。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3480206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协议层 — 基于双栈行为模型的流量仿真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369966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RoCE 拥塞控制模型：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用行为模型刻画 RoCE 拥塞反馈与速率调整，对照吞吐与队列压力。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3871569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UBoE 转发路径模型：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 UBoE 转发语义建模报文路径与处理开销，与 RoCE 同负载对照。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404347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集合通信轨迹重放：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按事件序重放集合通信轨迹，复现跨 ScaleOut 的通信时序。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4215384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PFC/ECN 策略对照：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在同一流量下切换 PFC/ECN 策略，比较停等、标记与吞吐差异。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4387291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队列深度水位：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跟踪交换机/网卡队列占用水位，定位缓冲耗尽与拥塞起点。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4559198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重传与乱序模型：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刻画丢包重传与乱序到达对有效吞吐和完成时间的影响。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4731105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AllReduce/AlltoAll 模式：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注入典型集合通信模式，评估模式与拓扑/协议组合下的效率。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90301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跨 ScaleOut 流量注入：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 ScaleOut 边界注入跨域流量，观察带宽争用与路径冲突。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868680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模组层 — 基于 CX model 的端网模组仿真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08813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CX 端侧延迟链模型：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CX model 串联端侧处理延迟环节，给出端到端延迟分解。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126004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182X DMA/门铃映射：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将 182X 网卡的 DMA 与门铃行为映射为 CX 模组参数实例。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143195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交换机队列调度模型：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建模交换机队列调度与出队策略，影响转发延迟与公平性。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1603857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端网模组插拔接口：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固定端/网侧模组接口，使换网卡或交换机模型不改上层。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1775764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CX offload 路径：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刻画 CX offload 旁路与主机路径的分流，评估 offload 收益。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194767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主机侧/PCIe 延迟：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计入主机与 PCIe 传输延迟，补全端侧延迟链。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2119579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交换机缓冲与 VOQ：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建模交换机缓冲与 VOQ 结构，评估缓冲分配对拥塞的影响。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229148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模组参数标定接口：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提供模组参数标定入口，使仿真可用实测或规格参数驱动。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2518257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73771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带宽延迟对照：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输出不同方案下的带宽与延迟对照结果，支撑设计取舍。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90962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集合通信效率：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输出集合通信完成时间与效率指标，对照模式与协议组合。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3081528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瓶颈定位图：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标出拓扑/协议/模组层的瓶颈位置，便于定位根因。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3253435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RoCE/UBoE/网卡方案对比：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汇总协议路径与网卡方案的量化对比结论。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" y="6355080"/>
            <a:ext cx="1161288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本页为备用说明页，供后续技术文档引用；不纳入正式立项稿版式。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技术点说明（备用）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