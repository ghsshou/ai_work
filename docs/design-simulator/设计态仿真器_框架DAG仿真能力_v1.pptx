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相对旧材料的三块浅层描述，本页把同一条链路写完整。</a:t>
            </a:r>
          </a:p>
          <a:p>
            <a:r>
              <a:t>DAG 创建：模型结构转计算图、源码与 IR 抽取、算子实例化与形状绑定、训练/推理/RL 图归一。</a:t>
            </a:r>
          </a:p>
          <a:p>
            <a:r>
              <a:t>DAG 变换：小集群到大卡映射；并行、长序列、Prefix 复用、量化；并由执行图衍生通信流量图与内存数据读取图。</a:t>
            </a:r>
          </a:p>
          <a:p>
            <a:r>
              <a:t>DAG 编排：依赖展开与算子调度、执行序与流水、设备/流/队列绑定，以及多场景重放对照。</a:t>
            </a:r>
          </a:p>
          <a:p>
            <a:r>
              <a:t>左侧框图只写技术点名称；右侧三条是同一编号的展开。仿真核（NPU / 内存存储 / 网络）为已具备能力。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18872"/>
            <a:ext cx="11521440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设计态 AI 集群仿真器  ·  框架侧仿真能力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1521440" cy="42062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从多框架导出统一 DAG，并按场景变换为大规模执行图与网络、访存图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" y="768096"/>
            <a:ext cx="11704320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59536"/>
            <a:ext cx="73152" cy="146304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768096"/>
            <a:ext cx="1170432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面向场景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768096"/>
            <a:ext cx="1001268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面向训练、推理、RL 等框架负载的端到端行为仿真，对照不同规模、资源、调度与并行限制下的吞吐、排队及瓶颈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73152" cy="146304"/>
          </a:xfrm>
          <a:prstGeom prst="rect">
            <a:avLst/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097280"/>
            <a:ext cx="1170432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竞争力目标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1097280"/>
            <a:ext cx="1001268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从模型结构与源码导出统一 DAG，按场景动态变换出大卡执行图及网络、内存读取图，形成可复用的框架级泛化仿真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17904"/>
            <a:ext cx="73152" cy="146304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426464"/>
            <a:ext cx="1170432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技术挑战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1426464"/>
            <a:ext cx="10012680" cy="3291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训练、推理、RL 框架迭代快，结构、源码与运行图粒度不一；规模、并行、序列、通信和访存一变，静态 DAG 难以统一表征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" y="1865376"/>
            <a:ext cx="292608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能力结构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" y="2084831"/>
            <a:ext cx="713232" cy="420624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" y="2084831"/>
            <a:ext cx="713232" cy="42062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2084831"/>
            <a:ext cx="1191006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训练框架源码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60854" y="2084831"/>
            <a:ext cx="1191006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推理框架源码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15868" y="2084831"/>
            <a:ext cx="1191006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RL 框架源码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70882" y="2084831"/>
            <a:ext cx="1191006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模型结构配置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337560" y="2532887"/>
            <a:ext cx="292608" cy="12801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A8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" y="2688335"/>
            <a:ext cx="713232" cy="2633472"/>
          </a:xfrm>
          <a:prstGeom prst="rect">
            <a:avLst/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" y="2688335"/>
            <a:ext cx="713232" cy="263347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DAG引擎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本页核心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2688335"/>
            <a:ext cx="4956048" cy="2633472"/>
          </a:xfrm>
          <a:prstGeom prst="roundRect">
            <a:avLst>
              <a:gd name="adj" fmla="val 2000"/>
            </a:avLst>
          </a:prstGeom>
          <a:solidFill>
            <a:srgbClr val="FDF3EA"/>
          </a:solidFill>
          <a:ln w="22225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78992" y="2761487"/>
            <a:ext cx="4809744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3856" y="2761487"/>
            <a:ext cx="1426464" cy="7863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① 基于多源抽取的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框架 DAG 构建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96896" y="2825495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模型结构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转计算图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7570" y="2825495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源码 / IR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抽取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38244" y="2825495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算子实例化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与形状绑定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58918" y="2825495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多框架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图归一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8992" y="3611879"/>
            <a:ext cx="4809744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3611879"/>
            <a:ext cx="1426464" cy="7863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② 面向场景变换的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动态 DAG 改写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96896" y="3675887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小集群到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大卡映射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17570" y="3675887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并行与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长序列展开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38244" y="3675887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量化与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Prefix 改写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58918" y="3675887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通信与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访存图衍生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8992" y="4462271"/>
            <a:ext cx="4809744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3856" y="4462271"/>
            <a:ext cx="1426464" cy="78638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③ 面向资源约束的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DAG 编排执行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96896" y="4526279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依赖展开与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算子调度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17570" y="4526279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执行序与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流水编排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38244" y="4526279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设备流与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队列绑定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58918" y="4526279"/>
            <a:ext cx="765810" cy="658368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多场景</a:t>
            </a:r>
          </a:p>
          <a:p>
            <a:pPr algn="ctr">
              <a:spcAft>
                <a:spcPts val="200"/>
              </a:spcAft>
            </a:pPr>
            <a:r>
              <a:rPr sz="88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重放对照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3337560" y="5349239"/>
            <a:ext cx="292608" cy="12801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A8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7744" y="5504687"/>
            <a:ext cx="713232" cy="365760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" y="5504687"/>
            <a:ext cx="713232" cy="36576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仿真核</a:t>
            </a:r>
          </a:p>
          <a:p>
            <a:pPr algn="ctr">
              <a:spcAft>
                <a:spcPts val="2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已具备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" y="5504687"/>
            <a:ext cx="1609344" cy="365760"/>
          </a:xfrm>
          <a:prstGeom prst="roundRect">
            <a:avLst>
              <a:gd name="adj" fmla="val 12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NPU 仿真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79192" y="5504687"/>
            <a:ext cx="1609344" cy="365760"/>
          </a:xfrm>
          <a:prstGeom prst="roundRect">
            <a:avLst>
              <a:gd name="adj" fmla="val 12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 / 存储仿真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52544" y="5504687"/>
            <a:ext cx="1609344" cy="365760"/>
          </a:xfrm>
          <a:prstGeom prst="roundRect">
            <a:avLst>
              <a:gd name="adj" fmla="val 12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网络仿真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3337560" y="5897879"/>
            <a:ext cx="292608" cy="12801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A8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7744" y="6053327"/>
            <a:ext cx="713232" cy="420624"/>
          </a:xfrm>
          <a:prstGeom prst="rect">
            <a:avLst/>
          </a:prstGeom>
          <a:solidFill>
            <a:srgbClr val="3D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7744" y="6053327"/>
            <a:ext cx="713232" cy="42062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" y="6053327"/>
            <a:ext cx="1191006" cy="420624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多场景执行图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60854" y="6053327"/>
            <a:ext cx="1191006" cy="420624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网络流量图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15868" y="6053327"/>
            <a:ext cx="1191006" cy="420624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内存访存图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70882" y="6053327"/>
            <a:ext cx="1191006" cy="420624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>
              <a:spcAft>
                <a:spcPts val="200"/>
              </a:spcAft>
            </a:pPr>
            <a:r>
              <a:rPr sz="900" b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吞吐排队与瓶颈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1865376"/>
            <a:ext cx="5815584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关键技术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2084831"/>
            <a:ext cx="5815584" cy="14325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26480" y="2084831"/>
            <a:ext cx="73152" cy="1432559"/>
          </a:xfrm>
          <a:prstGeom prst="rect">
            <a:avLst/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91072" y="2139696"/>
            <a:ext cx="5541264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关键技术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91072" y="2340863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基于多源抽取的框架 DAG 构建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91072" y="2596896"/>
            <a:ext cx="5522976" cy="423671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1）模型结构与源码双通路：</a:t>
            </a:r>
            <a:r>
              <a:rPr sz="11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由当前模型结构转换成计算图，并从训练、推理、RL 框架源码与 IR 采集算子级 DAG。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91072" y="3020568"/>
            <a:ext cx="5522976" cy="423671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2）算子实例化与图归一：</a:t>
            </a:r>
            <a:r>
              <a:rPr sz="11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按形状、精度和批次实例化算子，并归一成一套可仿真 DAG。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26480" y="3590543"/>
            <a:ext cx="5815584" cy="14325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26480" y="3590543"/>
            <a:ext cx="73152" cy="1432559"/>
          </a:xfrm>
          <a:prstGeom prst="rect">
            <a:avLst/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91072" y="3645407"/>
            <a:ext cx="5541264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关键技术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91072" y="3846575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面向场景变换的动态 DAG 改写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1072" y="4102607"/>
            <a:ext cx="5522976" cy="423671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1）规模与策略泛化：</a:t>
            </a:r>
            <a:r>
              <a:rPr sz="11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把小集群 DAG 映射到大卡规模，同步展开并行切分、长序列、Prefix 复用与量化融合。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1072" y="4526279"/>
            <a:ext cx="5522976" cy="423671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2）网络与访存图衍生：</a:t>
            </a:r>
            <a:r>
              <a:rPr sz="11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由执行图派生集合通信与点对点流量图，以及内存层级上的数据读取图，供给网络和内存仿真。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26480" y="5096255"/>
            <a:ext cx="5815584" cy="14325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6480" y="5096255"/>
            <a:ext cx="73152" cy="1432559"/>
          </a:xfrm>
          <a:prstGeom prst="rect">
            <a:avLst/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91072" y="5151119"/>
            <a:ext cx="5541264" cy="219456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关键技术 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91072" y="5352287"/>
            <a:ext cx="5541264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面向资源约束的 DAG 编排执行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91072" y="5608320"/>
            <a:ext cx="5522976" cy="423671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1）调度与执行编排：</a:t>
            </a:r>
            <a:r>
              <a:rPr sz="11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沿依赖完成算子调度与执行序编排，组织流水，并把算子绑定到设备、流与队列。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91072" y="6031991"/>
            <a:ext cx="5522976" cy="423671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2）多场景重放对照：</a:t>
            </a:r>
            <a:r>
              <a:rPr sz="11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在同一 DAG 族上切换集群规模、资源、调度策略和并行限制，比较吞吐、排队与瓶颈。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框架侧仿真能力  ·  立项讨论稿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