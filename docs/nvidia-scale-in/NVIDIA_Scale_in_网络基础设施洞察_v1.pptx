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NVIDIA AI 网络第五支柱  ·  技术洞察  · 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Scale-in：把前端网络做成
AI 工厂的基础设施域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789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它不是第六种 GPU 互连。Gilad 的定位是：Scale-in 取代过去所谓的前端网络——世界与 AI 工厂之间的南北向进出。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黄仁勋在 FY2027 Q2 把它说成 Scale-in security networking：安全与管控从租户主机里拔出来，做到硅上、线速、主机无关。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硬件落点：BlueField-4 DPU + DOCA + Spectrum-X。Vera BlueField-4 STX 是同一家族的存储处理器，给 CMX，不要和 800G 接入卡混。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46227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2026-08-24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技术博客：第五支柱，专用加速安全、管理、运营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343400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446227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2026-08-25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/ Networking：Scale-in 取代前端网；宣布 BF-4 + Spectrum-X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34340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4462272"/>
            <a:ext cx="3337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2026-08-26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财报 Q&amp;A：Scale-in security networking，五种网络系统之一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口径：NVIDIA Technical Blog、Hot Chips 2026、FY2027 Q2 电话会、BlueField-4 数据手册。未公布处已标明。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00  先钉结论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管的是工厂边界，不是 GPU 之间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三天口径同一件事。读错名字会把第五支柱写成第六种 NVLink。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11430000" cy="10515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一句话：Scale-up / Scale-out 把算力面扩到每托盘数 Tb/s 之后，用户、Agent、企业数据、外部存储、管控和安全如果还跑在通用宿主机 CPU 上，会先把 GPU 饿死，也会让多租户隔离停在租户 OS 里、可被绕过。Scale-in 给这些功能单独的 CPU、加速器和信任域。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2267712"/>
          <a:ext cx="114300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691640"/>
                <a:gridCol w="4572000"/>
                <a:gridCol w="4114800"/>
              </a:tblGrid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原话指向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工程翻译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NVIDIA 博客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网络第五支柱：安全、管理、运营的专用加速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南北向从 SDN 变成共设计加速域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Gilad / Hot Chips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取代过去所谓的前端网络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世界↔工厂进出；BF-4 + Spectrum-X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黄仁勋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security 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安全从主机拔出；五种网络之一，撑每 GW 收入盘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4736592"/>
            <a:ext cx="11430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解决什么：接入、线速安全、存储协议卸载、开户、遥测——全部主机无关。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不解决什么：柜内 NVLink、柜间 collective、跨园区 Spectrum-XGS、工厂内 KV 共享（那是 CMX）。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芯片不要混：计算托盘上的 BlueField-4 DPU 是 800G 接入卡；Vera BlueField-4 STX 是 CMX 存储处理器。对外都叫 BlueField-4，洞察里必须拆开。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和「多了一根网线」的差别：基础设施有了自己的操作系统（DOCA），和租户 CPU/GPU 分开。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不是 Scale-up 的反向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名字像「向内扩」。公开材料指工厂边界向内看的接入域。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078992"/>
          <a:ext cx="114300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965960"/>
                <a:gridCol w="4160520"/>
                <a:gridCol w="2514600"/>
              </a:tblGrid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口头习惯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NVIDIA 现在的叫法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典型流量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 / 南北向 / N-S /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用户请求、Agent 调工具、企业检索、外部存储、开户、遥测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DPU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 / 东西向 / 算力面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训练/推理 collective、租户 workload、机架间 GPU 通信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CX9 SuperNIC + Spectrum-X / IB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 当一台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同一超节点 GPU↔GPU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跨园区 / 多校园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工厂和工厂之间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/ 推理上下文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工厂内可共享 KV cache，不是企业 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+ DOCA Memos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279392"/>
            <a:ext cx="5577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389120"/>
            <a:ext cx="53035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Gilad 那句怎么用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「取代前端网络」不是以太网消失。南北向物理上还是 Spectrum-X。变的是：谁处理、谁执行策略、还能不能占用宿主机。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前端仍在，只是从「主机上的一张 NIC / 可选 DPU」变成「标配的基础设施域」。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4279392"/>
            <a:ext cx="5669280" cy="21488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4389120"/>
            <a:ext cx="53949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黄仁勋为什么加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被单独拎出来卖的，不只是 800G 带宽，而是把安全与管控做到硅上、线速、租户 OS 外。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后面 Astra 把同一套策略伸到 scale-out 的 CX9——这才是「第五支柱」相对「再插一张 DPU」的增量。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五支柱：各自解决什么，不解决什么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前三根扩算力连接，第四根扩推理上下文，第五根管算力周围的基础设施。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7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606040"/>
                <a:gridCol w="3977639"/>
                <a:gridCol w="347472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支柱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不解决什么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GPU↔GPU，相干加速器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用户怎么进来；企业数据怎么来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 或 IB + CX9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工厂内服务器↔服务器，租户算力面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南北向接入、存储协议、租户外安全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分布式工厂 / 多校园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单工厂内部的接入与安全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模块化存储 + 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工厂内共享 KV、可复用推理状态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训练数据湖、企业知识库（Scale-in 路径）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+ DOCA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世界↔工厂：用户、数据、存储、云、安全运营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集体通信本身（那是 CX9）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462272"/>
            <a:ext cx="1143000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109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博客原话大意：只把 GPU、机架、数据中心做大，如果数据访问、存储、网络安全和运营跟不上，扩出来的算力变不成工厂吞吐。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对照 Jalapeño（点到为止）：Katsu 上 400G=2×200G 才是真前端网卡，scale-up 走 XPU SerDes+Tomahawk。NVIDIA 把「那张前端网」升级成每计算托盘一张 800G BF-4，再用 Astra 把策略伸到 CX9。前端不再是一张普通 NIC。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读五支柱时记住非对称：Scale-out 是 4×1.6T，Scale-in 是 1×800G。NVIDIA 没有把南北向做成和东西向一样宽，而是把 KV 尽量留 CMX、外部存储走优化路径。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旧前端缺的不是端口，是处理域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传统云按 SDN、可组合、弹性建南北向。Agentic 工厂里这三样仍必要，但不再充分。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78992"/>
            <a:ext cx="91440" cy="246888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2529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1.  一次请求不再是一次推理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一次 Agent 调用会触发多次模型、工具、记忆、策略、存储和网络。基础设施数据路径变成推理流水线的一段，而不是推理旁边的管道。共设计博客把这句话写死：infrastructure is part of the inference pipeline。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07899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078992"/>
            <a:ext cx="91440" cy="246888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2529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2.  每服务器从百 G 到多 Tb/s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Vera Rubin 计算托盘聚合约 7.2 Tb/s：800G 南北向 + 四条 1.6T 东西向。线速加密、NVMe-oF、ACL 不能再指望主机 CPU。云 DPU 的 200G 级插卡对不上这个量级。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68503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685032"/>
            <a:ext cx="91440" cy="246888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3133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3.  多租户裸金属需要租户够不着的信任域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主机里的 iptables / 软件防火墙和租户同一信任域。主机被突破 = 策略被关。共享 AI 工厂要把隔离做到租户 OS 之外。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68503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685032"/>
            <a:ext cx="91440" cy="246888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3133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4.  GPU 会等数据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3367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 / Scale-out 再快，存储协议和检索如果在主机上排队，GPU 照样空转。安全过滤若再加一跳软件，P99 先坏。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旧前端 vs Scale-in：五处真正改掉的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核心不是多了一根叫 Scale-in 的网线，而是基础设施有了自己的 CPU、内存、加速器和 DOCA。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892040"/>
                <a:gridCol w="5303520"/>
              </a:tblGrid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旧前端 / 云 DPU 可选插卡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Scale-in（Vera Rubin 标配）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 PCIe 槽里一张 NIC 或可选 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和 Rubin 共设计进每一台系统。Hot Chips：不再事后插卡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策略和协议多半在宿主机 CPU 或轻量 Arm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主机无关：64 核 Grace 跑控制面，inline 引擎跑数据面，不回主机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信任域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南北向可走 DPU；东西向 NIC 往往仍在租户侧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Astra：BF-4 定策略，CX9 在 1.6T 口原地执行；东西向不回流 800G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带宽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Hot Chips 对比云 DPU 约 200G 级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单卡 800G Scale-in；托盘级宣称 7T 平台级 DPU 视野（含 CX9）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vSwitch、存储驱动、安全 agent 分散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DOCA 微服务 + 服务功能链：网络/安全/存储/遥测同一套编排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376672"/>
            <a:ext cx="114300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博客的判断可以直接当变化命题用：软件定义、可组合、弹性仍然必要，但不够。安全、多租户网络、数据/存储访问、基础设施运营不能只靠通用宿主机上的软件，也不能继续作为互不相干的一层。它们必须合成一个统一的、被加速的基础设施域——这就是 Scale-in 相对「再买一张智能网卡」的定义差。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两段处理：软件做决定，inline 就地执行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工作不交回主机 CPU。这是「主机无关基础设施域」的物理实现。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12344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软件（Grace 上的 DOCA）做决定：策略、开户、编排、遥测汇聚。
Inline 加速引擎就地执行：包、RDMA、存储协议、加密、防火墙、策略命中。
两者都可以并发；策略在工厂级协调，执行在每台机器线速落地。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2432304"/>
          <a:ext cx="116128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977639"/>
                <a:gridCol w="5669280"/>
              </a:tblGrid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干什么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为什么需要这个量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 核 Grace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策略、开通、遥测、基础设施编排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 BF-3 约 6× 算力，才能并发多路服务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Inline 引擎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包 / RDMA / 存储 / 加密 / 防火墙 / 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 800 Gb/s 线速，减轻 Grace 和主机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LPDDR5X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给基础设施软件送数据与状态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策略表、队列、遥测、元数据要离数据近。Hot Chips ~275 GB/s；手册最多 128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Gen6 x16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连主机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主机与 Scale-in 处理域之间的宽通道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 Gb/s 网口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 Spectrum-X（Scale-in 交换）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接入、安全、搬移、存储；不是托盘总带宽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5623560"/>
            <a:ext cx="11430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BF-3（16× A78、400G、PCIe Gen5）：网络 2×。内存口径两篇官方博客不完全相同——Scale-in 博文写带宽 4×；共设计博文写容量 4×、带宽 &gt;3×。转述时分开写。Hot Chips：1.7 GHz（现场认为功耗封顶，低于完整 Grace 服务器）、200G PAM4 SerDes、inline 加密。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7.2 Tb/s 必须分流：800G 不是托盘总带宽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整套原理里最容易写错的数字。租户训练/推理包走 CX9，不走 BF-4。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Vera Rubin 每个计算托盘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81328"/>
            <a:ext cx="534924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 7.2 Tb/s 聚合接口
  Scale-in    1 × 800 Gb/s     BlueField-4
               南北向：请求、存储、管控、安全
  Scale-out   4 × 1.6 Tb/s     ConnectX-9
               东西向：租户 workload / collective
南北向 : 东西向 ≈ 1 : 8
这是刻意非对称，不是还没来得及做宽。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846320"/>
            <a:ext cx="53492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若 7.2T 全挤进 800G，Scale-out 先堵死。NVIDIA 的答案不是把前端做成 6.4T，而是：KV 尽量留 CMX，外部存储走 Spectrum-X 优化路径，集体通信留在 CX9。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170432"/>
            <a:ext cx="5349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三条硬规则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1. 租户训练/推理包走 CX9，不走 BF-4 的 800G。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2. 800G 是接入/存储/管控专用。用户请求、外部存储、开户、遥测走这里。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3. Astra 不是把东西向拽回 DPU，而是把策略推到 CX9 的 1.6T 口上执行。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12463"/>
            <a:ext cx="562356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822191"/>
            <a:ext cx="5349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Chips「传统做法」对照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安全不完整：没有 DPU 拥有整条数据路径时，南北向可以隔离，scale-out 隔离不住；GPU 网络无法与租户端到端切断。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功耗约 4×：每张 NIC 若自带 CPU/内存/管理，相对「一张 BF-4 管所有 CX9」更费电。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Astra：信任控制点扩到 scale-out，流量不必回流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数据手册名 ASTRA（Advanced Secure Trusted Resource Architecture）。这是第五支柱相对「再插一张 DPU」的真增量。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233172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运营者 / DOCA DPF
        │  开通、策略、密钥
        ▼
   BlueField-4（信任控制点，在租户 OS 外）
        ├─ 本卡 800G 数据面（Scale-in）→ inline 引擎线速执行
        └─ Astra → ConnectX-9 数据面（Scale-out）→ 策略在 1.6T 口原地执行，东西向不回流 DPU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520440"/>
            <a:ext cx="11430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闭环怎么转：BF-4 安装/更新策略并采集遥测；CX9 在东西向数据面直接执行。博客原话：同一套 VPC 策略覆盖接入和 Scale-out，不必把所有东西向流量经 800G 口转发。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为什么必须这样：Vera Rubin 东西向 6.4T、南北向 800G。若安全要「看见」租户流量就把包绕回 DPU，等于用 800G 给 6.4T 做防火墙，物理上不成立。Astra 把「看见」做成带外控制 + 网卡原地执行。Hot Chips 演示是「DPU 能看见所有 CX9 上的流量」，现场记录认为管理链路像 PCIe，不是数据面回流。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「7 Tb/s 平台级 DPU」不要读成 BF-4 有 7T 网络口。它是 800G 本卡 + 对四张 1.6T CX9 的策略视野。零信任裸金属：租户拿不到设备管理面。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未写死：Astra 连 CX9 的物理介质官方未钉死；非 Rubin 服务器插 BF-4 PCIe 卡时，对第三方 NIC 管不管，未公布。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BlueField-4 DPU：Scale-in 那张卡的规格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数据手册 + Hot Chips 现场。Grace + CX9 级网络，不是「又一个 SuperNIC」。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800 Gb/s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Ethernet 或 InfiniBand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200G PAM4 SerDes；Scale-in 口，不是托盘总和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64 核 Grace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Neoverse V2 @ ~1.7 GHz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 约 6× 算力；1.7 GHz 低于完整 Grace 服务器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≤128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LPDDR5X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Hot Chips 带宽 ~275 GB/s；给策略/队列/遥测/元数据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PCIe Gen6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x16 主机口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 的 Gen5；连主机但不走租户数据面主路径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200400"/>
            <a:ext cx="11430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形态：PCIe 卡 + NVIDIA 项目定制形态。Vera Rubin 是共设计进系统，不是可选配件。数据手册写明 ASTRA 用于选定 Rubin 平台上的 CX9。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放哪：Rubin GPU 计算托盘，以及 Vera CPU 节点。CPU 侧同样需要 Scale-in——Agent 的工具调用、检索、校验跑在 Vera 上，基础设施若占主机核，推理环路的 CPU 段会抖。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存储微基准（Grace 版 DPU，不要和 STX 混）：NVMe-oF 8 核到 1.6 Tb/s，16 核到 2000 万 IOPS，宣传相对无 DPU 路径约 2× 数据到达 GPU。这是卸载存储协议栈的能力，不是 800G 口变成了 1.6T。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Inline 引擎覆盖：包处理、RDMA、存储协议、加密、防火墙、策略。控制面软件可以慢一步决策，数据面不能每包回核。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转载规格（128 GB、512 GB 板载 SSD、114 MB L3）以数据手册「up to 128 GB LPDDR5x」为准；第三方拆解数字不要当官方。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相对 BlueField-3：够跑并发基础设施服务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上代是 16 核云 DPU。这一代是按「多服务同时在卡上跑」加的核、内存和网。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880360"/>
                <a:gridCol w="3794760"/>
                <a:gridCol w="361188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BlueField-3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BlueField-4 DPU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 / 变化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最多 16× Cortex-A78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64× Neoverse V2（Grace）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官方约 6× 算力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400 Gb/s  Ethernet/IB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 Gb/s，CX9 级，200G SerDes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Gen6 x16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代际翻倍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板载 DDR5，常见 16–32 GB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LPDDR5X，手册最多 128 GB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容量口径 4×（共设计博客）；带宽 4× 或 &gt;3×，两篇博客不一致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云基础设施可选插卡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Vera Rubin 标配信任前端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从配件到共设计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462272"/>
            <a:ext cx="11430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为什么要 6× 算力：Scale-in 不是只做 vSwitch。同一张卡上要并发 HBN、Flow、Argus、Vault、Telemetry、DPF、存储协议。BF-3 的 16 核是为「卸载一块网卡功能」；BF-4 的 64 核是为「跑一套基础设施 OS」。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1.7 GHz 偏低不是笔误。完整 Grace 服务器更高，现场记录认为 DPU 封顶功耗。算力倍数来自核数、微架构和缓存，不完全来自频率。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内存倍数对外引用时分开标注来源，不要合成一个「内存 4×」。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同一名字，两种角色：DPU ≠ STX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现场记录也抱怨该拆成 Grace 版 / Vera 版。混用会把 1.45× 外部存储和 10× CMX IOPS 写进同一张表。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BlueField-4 DPU（Scale-in）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硅：Grace + CX9 级网络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口：800 Gb/s Ethernet 或 IB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放哪：Rubin 计算托盘、Vera CPU 节点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干什么：前端/南北向、主机卸载、安全、管理、可观测、隔离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存储数字：NVMe-oF 8 核 1.6 Tb/s、16 核 20M IOPS（Hot Chips，本卡卸载）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交换：Spectrum-X 接入路径，相对货架以太网存储最高 1.45×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70432"/>
            <a:ext cx="534924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Vera BlueField-4 STX（CMX）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硅：Vera CPU + ConnectX-9 SuperNIC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口：Spectrum-X 最高 1.6 Tb/s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放哪：STX 模块化存储 / CMX 数据节点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干什么：KV I/O、元数据、放置、安全、控制；不是块设备仿真那么简单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存储数字：两颗 Vera 版 3.2 Tb/s；DOCA Memos 宣传 10× IOPS、5× 效率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路径：GPU HBM → 系统内存 → 本地/网络存储，工厂内上下文层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DOCA：把加速器变成可编排的基础设施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硬件不会自动变成「域」。微服务 + 服务功能链，一条流按顺序穿过网络→安全→存储。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943600"/>
                <a:gridCol w="4114800"/>
              </a:tblGrid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落在哪条路径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主机侧 L3；BF-4 可当 BGP 路由器，多租户南北向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Flow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编程硬件包处理流水线：分类、ACL、线速执行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数据面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OVS-DOCA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东西向接口套同一套策略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 口，配合 Astra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运行时威胁检测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安全，租户 OS 外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文件访问策略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 / 数据访问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可编程拥塞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接入与存储路径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设备与服务健康，不依赖租户主机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K8s 原生：DPU 当节点来发现、开通、部署、升级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BF-4 与多张 CX9 的统一控制点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控制 → Scale-out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7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在计算节点和存储节点间管理/共享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CMX，不要算进 800G 接入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623560"/>
            <a:ext cx="11430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生产形态是容器化微服务直接跑在 BF-4 上，库/SDK 给自研服务。SFC 的意义：不必在主机上串多跳 vSwitch，流在 DPU 域内完成「先分类再加密再卸存储」。Memos 必须单独标——它服务的是上下文存储，不是南北向 VPC。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交换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在 Scale-in 路径上干什么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Scale-in 没有另做一张专有总线。接入和外部存储走 AI 以太网，Vera Rubin 同代是 Spectrum-6。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分工：BF-4 在每台机器上处理服务（策略、协议、加密、遥测）；Spectrum-X 在工厂和外部之间搬流量。没有交换机，DPU 只是一台加速网卡；没有 DPU，交换机只是把未卸载的主机流量转发出去。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公开能力针对 AI 流量病：哈希极化/负载均衡冲突、incast 拥塞、多流抢带宽。目标是提高有效带宽，并隔离并发流，让接入和存储更可预期——对应博客反复说的 tail，而不只是端口速率。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存储数字要带条件：相对货架以太网最高约 1.45×。Hot Chips 按对象大小拆过：5 GB 文件 1.5×、10 GB 1.4×、50 GB 1.3×。文件越大增益收窄，说明吃到的是小中对象 + 拥塞隔离，不是物理口从 400G 变成 800G 的线性外推。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和 scale-out 的关系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同时出现在 Scale-out 和 Scale-in 叙事里。Scale-out 跑 CX9 上的集体通信；Scale-in 跑 BF-4 上的接入/存储。是否共平面、是否独立 leaf，官方未钉死。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和 CMX 的关系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CMX 也走以太网附加闪存，处理器是 STX。Scale-in 的 1.45× 是「外部存储路径 vs 货架以太网」；CMX 的 10× IOPS 是上下文层。两张表不要并。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共设计约束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博客强调 BF-4、DOCA、Spectrum-X 与 Vera Rubin 共设计：核、内存带宽、PCIe、网络、加速、软件要互相跟得上。单换一张 800G 网卡复制不了这条路径。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隔离的 AI 工厂 VPC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多租户共享物理底盘。南北向和东西向若用两套策略，必然漏。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共享 AI 工厂要云一样开租户，但不能把隔离交给租户 OS。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若只在南北向 DPU 上做 VRF，东西向 CX9 仍是一张「租户能看见的网卡」，租户之间的 east-west 会漏。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若把东西向绕回 800G 做防火墙，6.4T 流量没有物理出口。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HBN：BF-4 上加速南北向 L3 和租户隔离，可当 BGP 路由器。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Flow：分类、ACL，下到硬件流水线。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OVS-DOCA：同一套策略落到东西向口。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Astra：再铺到 CX9。7.2 Tb/s 接口同一策略模型，东西向不回流 800G。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运营者中心化开 VPC，租户继续走加速交换。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云一样的弹性，隔离一致，主机 CPU 不做 vSwitch。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裸金属也能卖多租户：设备管理面在 DPU，不在租户。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这是 Scale-in 和 Scale-out 必须被同一控制点管住的原因。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硅上执行安全 = 黄仁勋说的 Scale-in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执行点在硬件、在租户 OS 外。这是第五支柱被放进财报「五种网络」的原因。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问题：主机侧安全与负载同信任域；软件防火墙加一跳；Agent 反复摸数据、模型、工具、KV，攻击面在推理路径上。共设计博客：安全不能只靠主机软件，因为控制边界和被保护的负载是同一台机器。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Agentic 改变安全模型：一次会话里策略检查次数随工具调用线性涨。线速执行不是「更快的 WAF」，而是推理 SLA 的一部分。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  <a:gridCol w="621792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管什么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为什么必须在 DPU 域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运行时威胁检测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检测器若在租户里，租户可以关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Vault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文件访问策略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模型和数据文件不能只靠主机 ACL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网络线速策略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每包回主机核会先打满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南北向+东西向同步加密、隔离、密钥、遥测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只保护 800G、不保护 6.4T 等于没保护算力面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结果：租户软件关不掉这些控制；主机 CPU 不做安全过滤；共享 AI 服务有一致保护。对应「零信任裸金属」：租户拿到的是加速器，拿不到基础设施控制面。未公开：Argus 的观测语义（syscall / eBPF / 包级）、密钥托管层次。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加速存储接入：外部数据，不是 CMX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GPU 有算力也有 NVLink，仍可能在等数据。这条路径接训练数据、模型资产、企业知识。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11430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1109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边界先写死：Scale-in 存储路径 = 工厂外/企业侧数据进来。CMX = 工厂内 KV / 可复用推理状态。1.45× 和 10× IOPS 不是同一个实验。BF-4 DPU 卸的是 NVMe-oF、文件/对象（RDMA 和 TCP）、存储虚拟化、搬移；STX 卸的是 KV 元数据、放置、召回。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31720"/>
            <a:ext cx="114300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机制：协议栈和虚拟化在 DPU 上跑，主机看到的可以是标准网卡/存储设备模型（VirtIO、DOCA SNAP 一类），后台是加速路径。Spectrum-X 在存储路径上做拥塞管理和流隔离，避免多租户检索把有效带宽打穿。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数字：相对货架以太网最高 1.45× 吞吐；Hot Chips 5/10/50 GB 对象对应 1.5 / 1.4 / 1.3×。Grace 版 DPU 微基准 8 核 1.6 Tb/s NVMe-oF、16 核 20M IOPS，宣传约 2× 数据到达 GPU——对照基线未完全公开，引用时加「宣传口径」。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为什么和 Scale-up 正交：NVLink 解决 GPU 之间的权重/激活；它不把企业对象存储搬进 HBM。Agent 检索、训练数据加载、checkpoint 都走这条南北向存储路径。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4617720"/>
            <a:ext cx="11430000" cy="178308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36592"/>
            <a:ext cx="111099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800G 会不会先满：东西向 6.4T vs 南北向 800G 是 8:1。NVIDIA 的产品答案是（1）KV 尽量不走这条 800G，走 CMX；（2）外部存储用 Spectrum-X 把有效带宽做上去；（3）不把 Scale-in 口做成和 Scale-out 对等。Agent 若把大量中间状态当「外部对象」来回打，800G 仍会成为瓶颈——这是架构选择，不是笔误。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控制面：主机起来之前先开策略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若管控跑在主机上，主机没起来或被租户控制时，工厂无法自举。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AI 工厂节点必须先开通网络和存储、装好策略，才能跑负载。传统 PXE + 主机 agent 的顺序是：主机 OS 起来 → 再下策略。多租户裸金属里，这段窗口里机器是「无策略的加速器」。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把顺序倒过来：DPU 先活，策略先在，再网络启动主机 OS。租户软件启动时，隔离和加密已经在硅上。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788920"/>
          <a:ext cx="116128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539496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谁做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为什么不能放主机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发现 / 开通 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DPF，把 DPU 当 K8s 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主机还没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下发网络、存储、安全策略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DOCA 微服务 + Astra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必须在租户能摸设备之前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网络启动主机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控制面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安装镜像也不该走未隔离的网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之后的升级、扩容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 服务部署与滚动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升级基础设施不能打扰租户 GPU 作业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DPF（DOCA Platform Framework）是 K8s 原生编排：发现、开通、服务部署、升级。意义是运营者按「管理一组基础设施节点」来管 DPU 机群，而不是 SSH 进每张卡。结果：部署更短、配置更一致、主机 CPU 不做管控、新算力更快上线。这和「DPU 是可选加速器」不兼容——控制面依赖它必须在，所以 Vera Rubin 把它共设计进去。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可观测：不看租户的脸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五个用例共用一个原理——服务跑在 DPU 域，执行在 inline / CX9，主机只保留 AI 负载。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Telemetry 机制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 BF-4 采集网络、存储访问、服务健康、性能、利用率，导出到监控平台。库给 ISV 接同一路信号。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视野可延伸到 GPU 和网络利用率，用来区分：接入堵、东西向堵、存储等、策略过重、还是作业放置问题。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租户可以关主机 agent、假报指标；DPU 域的指标不经过租户 OS。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60704"/>
            <a:ext cx="5623560" cy="324612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70432"/>
            <a:ext cx="5349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五个用例的同一根骨头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VPC：策略在 DPU，执行在 800G + CX9。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安全：检测和强制在租户外。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存储：协议栈在 DPU，GPU 等数据的时间下降。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控制面：主机未起时域已经在。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遥测：观测点同样在域外。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462272"/>
            <a:ext cx="11430000" cy="1938528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10996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这根骨头决定了 Scale-in 不是「功能清单」。缺 Astra，东西向用例不成立；缺 inline 引擎，安全/存储只能回主机核；缺 DPF，控制面仍在主机上。产品宣传会把五条拆开写，工程上它们是同一台 DPU 上的服务功能链。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06  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接外部数据，CMX 接内部上下文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BF-4 家族两条数据路径。并表是最常见的误读。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企业数据 / 训练数据 / 用户请求
        │  Scale-in（Spectrum-X + BF-4 DPU 800G）
        ▼  Rubin / Vera 计算   ── Scale-up NVLink / Scale-out CX9
        │  KV 放不下 HBM 时
        ▼  CMX（STX 存储处理器 + DOCA Memos）→ 工厂内可共享上下文层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937760"/>
                <a:gridCol w="493776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存储路径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数据是什么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训练数据、模型、企业知识、应用对象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cache、可复用推理状态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DPU（Grace + 800G）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STX（Vera + 最高 1.6T）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丢了会怎样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业务数据损坏，要持久化/复制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 KV 可重算，经济模型不同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公开数字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 货架以太网最高 1.45×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两颗 Vera 版 3.2 Tb/s；宣传 10× IOPS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博客写死：BF-4 既是 Scale-in 的基础设施处理器，又可以是 CMX 的数据/存储处理器，但是两件事。Scale-in 把工厂数据和外部企业数据接到算力上；CMX 保存并共享上下文，减少反复 prefill。Agent 工厂两样都要：没有 Scale-in，企业知识进不来；没有 CMX，长上下文把 HBM 和前端 800G 一起打满。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07  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网络从一种变成五种，DPU 从配件变成系统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黄仁勋用 Scale-in security networking 解释每 GW 收入盘。基础设施被算进推理 SLA。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五种网络可售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Hopper 大约是 GPU + InfiniBand。Vera Rubin 要 CPU、多种网络才能覆盖数据中心，再加上 Scale-in security 和 Scale-across，「可以说五种网络系统」。电话会把每 GW 收入机会讲到约 400 亿美元。DPU 不再是附件，而是和 NVLink、Spectrum 同级的可售系统。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标配信任前端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17904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Chips：云 DPU 是可替换插卡；BF-4 共设计进每个 Vera Rubin 系统。CSP / neocloud 可以按「策略在 DPU、负载在 GPU」卖裸金属多租户。自建工厂的南北向安全不再是主机里堆 agent。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712463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1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基础设施进入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3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tokens/MW、TTFT、P99 会有一部分来自：800G 有没有堵、存储卸载够不够、策略有没有在 CX9 线速执行、KV 有没有走 CMX。Scale-in 是 NVIDIA 把这些分数收进自家平台的方式。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712463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22191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和自研 ASIC 怎么对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69663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Jalapeño 前端仍是主机 400G 网卡，scale-up 自己做。对标不要比谁的前端口更大，要比：策略是否在租户 OS 外；东西向是否同一控制点（Astra）；存储协议是否卸载；前端与多 Tb/s scale-out 是否刻意非对称。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07  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争议、瓶颈、未公开：写进去才完整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SDxCentral 说第五支柱是换皮。工程上要承认「南北向要加速」不是新发明，同时把真增量写清楚。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  <a:gridCol w="3840480"/>
              </a:tblGrid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争议 / 风险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怎么理解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不要写成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命名换皮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 DPU 不是新物种。真增量：Rubin 标配、Astra 管 CX9、与 CMX/STX 分工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NVIDIA 发明了第六种互连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800G 瓶颈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与东西向 8:1 是选择：KV 留 CMX、外部存储走优化路径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笔误，很快会改成 6.4T 前端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「7T 平台级 DPU」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800G 本卡 + 对四张 1.6T CX9 的策略视野；演示是「看见」不是「穿过」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有 7T 网络口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SKU 同名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DPU=Grace+800G；STX=Vera+最高 1.6T。必须加后缀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一张卡既是 800G 又是 3.2T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096512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未公开，不要写死：整卡 TDP；每 NVL72 托盘是否严格一张 BF-4；Astra 连 CX9 是 PCIe 还是专用管理网（现场「听起来像 PCIe」）；1.45× / 2× / 10× 的对照基线；Argus 检测语义；Scale-in 与 Scale-out 是否共平面；非 Rubin 服务器上 Astra 对第三方 NIC 管不管。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对外转述内存倍数时分开引两篇博客。Hot Chips 1.7 GHz、275 GB/s 是现场幻灯，以数据手册为准。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能下的判断：Scale-in 是前端网络的产品化升级——处理域独立、信任域扩到 CX9、存储/安全/管控从主机卸载。它不替代 NVLink，也不替代 Spectrum-X 算力面。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08 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读完应能复述的五句话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概念、变化、原理、产品、影响各一句。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60704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170432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= 加速后的前端/南北向，不是 Scale-up 的反向，也不替代 CX9 上的算力面。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048256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048256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57984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157984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从「主机 SDN + 可选 DPU 插卡」变成「Vera Rubin 标配的主机无关基础设施域」。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035808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035808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45536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45536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Grace 做决定，inline 就地执行；Astra 把策略推到 CX9，东西向流量不回流 800G。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023360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023360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33088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33088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BF-4 DPU（800G，Scale-in）和 BF-4 STX（CMX 存储）同名不同角色；软件是 DOCA，交换是 Spectrum-X。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010912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5010912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20640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影响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120640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五种网络可售、DPU 进入推理 SLA；800G 相对 6.4T 是刻意非对称；命名有换皮成分，Astra+标配才是增量。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09  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公开材料与引用边界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2026-08/09 口径。后续 Rubin 量产 SKU 和 DOCA 版本还会变。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NVIDIA Technical Blog，BlueField-4 Powers New Scale-In Network Infrastructure（2026-08-24）。中文镜像 developer.nvidia.cn 同文。第五支柱定义、BF-4 部件表、Astra、五个用例、1.45×、7.2 Tb/s 拆分。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NVIDIA Technical Blog，Scaling Agentic AI Factories Through Extreme Co-Design with NVIDIA BlueField。基础设施即推理流水线；BF-3 对比（6× 算力、4× 容量、&gt;3× 带宽）；STX 1.6T；DOCA Memos / HBN / ASTRA。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2026 BlueField-4 演讲，ServeTheHome 现场记录。1.7 GHz、275 GB/s、200G PAM4、传统方案安全/功耗对照、7T 演示、NVMe-oF 微基准、两颗 Vera 版 3.2 Tb/s。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Gilad Shainer / NVIDIA Networking：Scale-in 取代前端网络。Hot Interconnects 相关报道见 Converge Digest。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NVIDIA FY2027 Q2 财报电话会，黄仁勋 Q&amp;A：Scale-in security networking、五种网络系统、每 GW 收入盘。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BlueField-4 DPU 数据手册：800G、64× V2、最多 128 GB LPDDR5x、PCIe Gen6 x16、ASTRA、Ethernet/IB。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批评与转述：Converge Digest 第五支柱综述；SDxCentral「shaky ground」——把换皮质疑写进正文，不当主线。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内存倍数两篇官方博客不一致，文中已分开标注。演示数字未给对照基线的，按宣传口径引用。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