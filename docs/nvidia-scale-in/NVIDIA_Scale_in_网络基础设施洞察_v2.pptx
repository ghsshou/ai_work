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NVIDIA AI 网络第五支柱  ·  技术洞察  ·  v2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Scale-in：南北向网络的
加速基础设施域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078992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Gilad Shainer：Scale-in 取代过去所谓的前端网络，即世界与 AI 工厂之间的南北向进出。物理介质仍为 Spectrum-X 以太网。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黄仁勋 FY2027 Q2：Scale-in security networking，将安全与管控置于硅上、线速、且独立于租户操作系统。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硬件组合：BlueField-4 DPU + DOCA + Spectrum-X。Vera BlueField-4 STX 为 CMX 存储处理器，与 800G 接入卡角色不同。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43400"/>
            <a:ext cx="3383280" cy="141732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4462272"/>
            <a:ext cx="31089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2026-08-24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技术博客：第五支柱，专用加速安全、管理、运营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4343400"/>
            <a:ext cx="3383280" cy="141732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1A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4462272"/>
            <a:ext cx="31089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2026-08-25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Hot Chips / Networking：Scale-in 取代前端网；宣布 BF-4 + Spectrum-X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343400"/>
            <a:ext cx="3611880" cy="141732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36992" y="4462272"/>
            <a:ext cx="33375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C47E10"/>
                </a:solidFill>
                <a:latin typeface="微软雅黑"/>
                <a:ea typeface="微软雅黑"/>
                <a:cs typeface="微软雅黑"/>
              </a:rPr>
              <a:t>2026-08-26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财报 Q&amp;A：Scale-in security networking，五种网络系统之一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98932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口径：NVIDIA Technical Blog、Hot Chips 2026、FY2027 Q2 电话会、Spectrum-X / BlueField-4 产品页与数据手册。未公布处已标明。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01  / 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00  结论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 覆盖工厂边界接入，不覆盖 GPU 互连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2026-08 三份口径指向同一层：传统南北向前端网络的加速与独立控制。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78992"/>
            <a:ext cx="11430000" cy="105156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11099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Scale-up / Scale-out 将算力面扩展到每托盘数 Tb/s 之后，用户、Agent、企业数据、外部存储、管控与安全若仍运行在通用宿主机 CPU 上，会限制 GPU 利用率，并使多租户隔离停留在租户操作系统内部。Scale-in 为上述功能提供独立的 CPU、加速器与信任域。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4048" y="2267712"/>
          <a:ext cx="11429999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874519"/>
                <a:gridCol w="4572000"/>
                <a:gridCol w="3931920"/>
              </a:tblGrid>
              <a:tr h="58293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来源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公开口径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工程含义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8/24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NVIDIA 博客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网络第五支柱：安全、管理、运营的专用加速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南北向由 SDN 升级为共设计加速域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8/25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Gilad / Hot Chips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 取代过去所谓的前端网络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世界与工厂之间的进出；BF-4 + Spectrum-X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8293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8/26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黄仁勋 Q&amp;A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 security networking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安全独立于主机；五种网络系统之一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4736592"/>
            <a:ext cx="114300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覆盖：接入、线速安全、存储协议卸载、开通、遥测，全部主机无关。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不覆盖：柜内 NVLink、柜间 collective、跨园区 Spectrum-XGS、工厂内 KV 共享（CMX）。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BlueField-4 DPU（800G 接入）与 Vera BlueField-4 STX（CMX 存储处理器）名称相同、角色不同。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与「增加一条网线」的差别：基础设施获得独立软件平台 DOCA，与租户 CPU / GPU 分离。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02  / 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01  预备知识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南北向、东西向，以及 NVIDIA 产品分层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Scale-in 表述建立在既有产品之上。以下名词在后文直接使用。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060704"/>
          <a:ext cx="116128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023360"/>
                <a:gridCol w="5212080"/>
              </a:tblGrid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方向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含义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工厂中的典型内容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南北向 north-south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数据中心与外部，或服务器与接入层之间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用户请求、API、企业数据、外部存储、开通、遥测、管理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东西向 east-west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数据中心内部服务器之间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 / 推理 collective、租户 workload、机架间 GPU 通信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3154680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传统云称南北向为前端网络。Gilad：Scale-in 取代该前端；物理层仍为以太网。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3566160"/>
          <a:ext cx="116128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4160520"/>
                <a:gridCol w="5486400"/>
              </a:tblGrid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分层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产品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职责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NVLink / NVLink 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柜内 GPU 相干互连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Scale-out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Spectrum-X 或 Quantum IB + SuperNIC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工厂内 GPU 服务器之间的 RoCE / IB 通信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Scale-across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Spectrum-XGS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跨园区 / 跨数据中心，距离通常 &gt;500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CMX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STX + BlueField-4 STX + DOCA Memos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工厂内 KV cache 层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724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BlueField-4 DPU + DOCA + Spectrum-X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南北向接入、安全、存储协议、运营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03  / 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01  预备知识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Spectrum-X：面向 AI 的端到端以太网平台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不是单一交换机型号。Scale-out 是其主场景；Scale-in 将其复用到接入与外部存储。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60704"/>
            <a:ext cx="11430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Spectrum 是以太网交换机产品族（约 1GbE–800GbE）。Spectrum-X Ethernet 是交换机 + SuperNIC + 软件 / 线缆的共设计平台，用 RoCE 扩展承载 AI 流量。官方产品页：面向多租户生成式 AI 工厂的端到端以太网。主场景是东西向 GPU 通信；Scale-in 将其复用到接入与外部存储。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官方口径：相对货架以太网约 1.6× 网络性能（有效带宽约 60% → 95%），十万 GPU 级维持约 95%。Vera Rubin 同代交换机为 Spectrum-6（102.4 Tb/s）；上代 Spectrum-4 约 51.2 Tb/s。Spectrum-XGS 为跨数据中心扩展，跨约 10 km 的 NCCL all-reduce 最高约 1.9×。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2606040"/>
          <a:ext cx="116128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377440"/>
                <a:gridCol w="6949440"/>
              </a:tblGrid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机制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解决的问题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Adaptive 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交换机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按出口队列深度逐包选路；AI collective 低熵，ECMP 静态哈希易碰撞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Direct Data Placement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SuperNIC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 导致乱序到达后，按正确地址写入主机 / GPU 内存，对应用透明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3721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Congestion Control / PLB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交换机 + SuperNIC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ECN 与 RTT 调节注入；PLB 多平面分流，故障约 3 ms 切换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4892040"/>
            <a:ext cx="11430000" cy="1508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货架以太网不适合大规模 AI 的原因：collective 为少量超大同步流、丢包重传代价高、DCQCN 跟不上微秒突发。Spectrum-X Multiplane 将单主机带宽拆成多个两层 fat-tree 平面（例如 8×200G 代替 1×1.6T），操作系统与 NCCL 仍看到一块 RoCE 设备。公开评测：约 98% 线速；10% 链路故障时带宽近似按容量比例下降。后文出现的 Spectrum-X 需区分算力面、存储交换与南北向接入。存储路径另有最高约 1.6× I/O 口径，与 Scale-in 的 1.45× 不是同一实验。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04  / 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01  预备知识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SuperNIC、DPU 与 ConnectX-9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BlueField-4 集成 ConnectX-9 级网络，但在托盘上不替代四张 Scale-out SuperNIC。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060704"/>
          <a:ext cx="116128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017520"/>
                <a:gridCol w="7040880"/>
              </a:tblGrid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代表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主要职责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早期 ConnectX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主机网络适配，卸载能力有限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SuperNIC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BF-3 / CX8 / CX9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GPU 间 RoCE：DDP 乱序重排、PLB、租户隔离。Hopper 代 BF-3 约 400G；Blackwell 代 CX8 约 800G；Rubin 代 CX9 每 GPU 最高 1.6 Tb/s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72009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BlueField-3 / BlueField-4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SuperNIC 级网络 + 可编程 CPU、内存、存储/安全 inline 引擎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4096512"/>
            <a:ext cx="11430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Vera Rubin 计算托盘：四张 ConnectX-9 承担东西向租户流量（4×1.6T）；一张 BlueField-4 DPU 承担南北向 800G，并通过 Astra 向 CX9 下发策略。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DOCA 是 BlueField 与 ConnectX 的统一软件平台（SDK、微服务、Kubernetes 生命周期）。无 DOCA 则 BlueField 仅为带 Arm 核的网卡。DPF 将 DPU 作为 Kubernetes 节点管理。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Quantum InfiniBand 是 Scale-out 的另一产品线。第五支柱表述中 Scale-out 为 Spectrum-X 或 Quantum；Scale-in 接入在公开博客中明确为 Spectrum-X Ethernet。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05  / 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01  预备知识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NVLink、CMX / STX 与 RoCE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后文「存储」同时出现 1.45× 与 5× TPS 时，对应两条不同路径。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370332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207008"/>
            <a:ext cx="342900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NVLink（Scale-up）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超节点内 GPU 专有互连。Vera Rubin 为 NVLink 6 + NVLink Switch。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不承担用户接入、企业对象存储或租户开通。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与 Scale-in 正交：权重与激活走 NVLink；企业数据走南北向。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60704"/>
            <a:ext cx="3703320" cy="534924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1A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8264" y="1207008"/>
            <a:ext cx="342900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CMX / STX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CMX：工厂内 KV cache 层，以太网附加闪存扩展 GPU 内存。宣传约 5× tokens/s。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STX 为模块化底座。Vera BlueField-4 STX：Vera CPU + CX9，最高约 1.6 Tb/s。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软件：DOCA Memos。网络：Spectrum-X RoCE。数据对象是可重算的推理状态，不是企业 NAS。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060704"/>
            <a:ext cx="3703320" cy="534924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1207008"/>
            <a:ext cx="342900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C47E10"/>
                </a:solidFill>
                <a:latin typeface="微软雅黑"/>
                <a:ea typeface="微软雅黑"/>
                <a:cs typeface="微软雅黑"/>
              </a:rPr>
              <a:t>RoCE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RDMA over Converged Ethernet。Spectrum-X、CMX 访问与部分存储路径均基于 RoCE。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GPU / DPU 可绕过主机协议栈访问远端内存或闪存。Scale-in 的 NVMe-oF 卸载依赖该语义。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06  / 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02  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 指工厂边界接入域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公开名称易与 Scale-up 的方向性产生联想；材料中的含义是南北向，而非收缩集群。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4048" y="1078992"/>
          <a:ext cx="114300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691640"/>
                <a:gridCol w="4709160"/>
                <a:gridCol w="2880360"/>
              </a:tblGrid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既有称呼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现行称呼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典型流量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主要产品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前端 / 南北向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用户请求、Agent 工具调用、企业检索、外部存储、开通、遥测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BF-4 DPU + Spectrum-X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算力面 / 东西向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Scale-out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集体通信、租户 workload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CX9 SuperNIC + Spectrum-X / IB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柜内 GPU 互连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超节点内 GPU↔GPU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NVLink / NVSwitch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跨园区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Scale-across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工厂与工厂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Spectrum-XGS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/ 推理上下文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工厂内可共享 KV cache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STX + DOCA Memos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4048" y="4279392"/>
            <a:ext cx="557784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4389120"/>
            <a:ext cx="530352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「取代前端网络」的含义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以太网并未取消。南北向物理层仍为 Spectrum-X。改变的是处理位置、策略执行点，以及是否占用宿主机。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由主机 NIC 或可选 DPU 插卡，转为平台标配的基础设施域。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44768" y="4279392"/>
            <a:ext cx="5669280" cy="214884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4389120"/>
            <a:ext cx="53949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1" i="0">
                <a:solidFill>
                  <a:srgbClr val="C47E10"/>
                </a:solidFill>
                <a:latin typeface="微软雅黑"/>
                <a:ea typeface="微软雅黑"/>
                <a:cs typeface="微软雅黑"/>
              </a:rPr>
              <a:t>security 限定词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黄仁勋将其与带宽并列提出，重点是安全与管控位于硅上、线速、租户操作系统之外。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Astra 将同一策略扩展到 Scale-out 的 CX9，是相对「仅增加一张 DPU」的主要增量。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07  / 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02  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五支柱的职责与不覆盖范围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前三项扩展算力连接，第四项扩展推理上下文，第五项覆盖算力周围的基础设施。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060704"/>
          <a:ext cx="116128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606040"/>
                <a:gridCol w="3657600"/>
                <a:gridCol w="3794760"/>
              </a:tblGrid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支柱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产品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连接对象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不覆盖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NVLink / NVSwitch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柜内 GPU↔GPU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用户接入、企业数据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Scale-out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Spectrum-X 或 IB + CX9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工厂内服务器，租户算力面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南北向接入、存储协议、租户外安全执行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Scale-across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Spectrum-XGS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分布式工厂 / 多校园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单工厂内部接入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CMX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STX + Memos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工厂内共享 KV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训练数据湖、企业知识库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BF-4 + DOCA + Spectrum-X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世界与工厂：用户、数据、存储、安全运营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GPU 集体通信（CX9）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4048" y="4462272"/>
            <a:ext cx="11430000" cy="196596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111099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官方表述：仅扩大 GPU、机架与数据中心，若数据访问、存储、网络安全与运营不能同步扩展，算力无法转化为工厂吞吐。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带宽非对称：Scale-out 为 4×1.6T，Scale-in 为 1×800G。平台将 KV 优先放在 CMX，外部存储走 Spectrum-X 优化路径，而不是将南北向做成与东西向等宽。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与 captive 推理 ASIC 对照：若前端仍为主机侧普通以太网卡，则不具备租户操作系统外的策略域与存储协议卸载。比较端口速率意义有限。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08  / 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02  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传统前端缺少的是独立处理域，而不是端口速率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传统云按软件定义、可组合、弹性构建南北向。智能体工厂中这三项仍必要，但不再充分。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78992"/>
            <a:ext cx="56235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078992"/>
            <a:ext cx="91440" cy="2468880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25296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1.  单次请求包含多次推理与工具调用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627632"/>
            <a:ext cx="521208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一次 Agent 调用会触发多次模型、工具、记忆、策略、存储与网络访问。基础设施数据路径成为推理流水线的一段。共设计博客原文：infrastructure is part of the inference pipeline。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078992"/>
            <a:ext cx="56235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0488" y="1078992"/>
            <a:ext cx="91440" cy="2468880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225296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2.  单服务器接口达到数 Tb/s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627632"/>
            <a:ext cx="521208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Vera Rubin 计算托盘聚合约 7.2 Tb/s：800G 南北向 + 四条 1.6T 东西向。线速加密、NVMe-oF 与 ACL 无法继续依赖主机 CPU。Hot Chips 将早期云 DPU 对照为约 200G 量级插卡。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685032"/>
            <a:ext cx="56235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3685032"/>
            <a:ext cx="91440" cy="2468880"/>
          </a:xfrm>
          <a:prstGeom prst="rect">
            <a:avLst/>
          </a:prstGeom>
          <a:solidFill>
            <a:srgbClr val="1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31336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3.  多租户裸金属要求隔离位于租户操作系统之外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33672"/>
            <a:ext cx="521208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主机防火墙与租户处于同一信任域。主机被突破即策略失效。共享 AI 工厂需要将隔离置于租户操作系统之外。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685032"/>
            <a:ext cx="5623560" cy="2468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3685032"/>
            <a:ext cx="91440" cy="2468880"/>
          </a:xfrm>
          <a:prstGeom prst="rect">
            <a:avLst/>
          </a:prstGeom>
          <a:solidFill>
            <a:srgbClr val="1A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831336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4.  存储与检索延迟直接表现为 GPU 空闲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4233672"/>
            <a:ext cx="5212080" cy="1783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Scale-up / Scale-out 带宽充足并不能替代南北向协议处理。安全过滤若增加软件一跳，尾部时延会先于平均吞吐恶化。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09  / 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02  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传统前端与 Scale-in：五处结构差异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变化的实质是基础设施获得独立的 CPU、内存、加速器与 DOCA，而不是增加一条名为 Scale-in 的网线。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060704"/>
          <a:ext cx="116128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892040"/>
                <a:gridCol w="5303520"/>
              </a:tblGrid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维度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传统前端 / 可选云 DPU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Scale-in（Vera Rubin 标配）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 PCIe 槽中的 NIC 或可选 DPU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 Rubin 共设计。Hot Chips：不再事后加装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策略与协议多在宿主机 CPU 或轻量 Arm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主机无关：64 核 Grace 运行控制面，inline 引擎运行数据面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信任域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南北向可经 DPU；东西向网卡常仍在租户侧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Astra：BF-4 下发策略，CX9 在 1.6T 口执行；东西向不经 800G 转发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带宽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Hot Chips 对照云 DPU 约 200G 级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单卡 800G Scale-in；平台级策略视野覆盖托盘约 7 Tb/s 接口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69342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软件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vSwitch、存储驱动、安全进程分散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DOCA 微服务与服务功能链：网络 / 安全 / 存储 / 遥测统一编排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5376672"/>
            <a:ext cx="1143000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官方判断：软件定义、可组合与弹性仍然必要，但不足够。安全、多租户网络、数据与存储访问、基础设施运营必须作为统一的加速域，而不能继续作为互不相干、且主要运行在通用 CPU 上的层次。这是 Scale-in 相对「再采购一张智能网卡」的定义差。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10  / 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03  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控制面与数据面分离：DOCA 决策，inline 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上述工作不交回主机 CPU。这是主机无关基础设施域的物理实现。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11430000" cy="123444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1A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1109960" cy="10241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软件（Grace 上的 DOCA）决策：策略、开通、编排、遥测汇聚。
Inline 加速引擎执行：包、RDMA、存储协议、加密、防火墙、策略命中。
二者可并发；策略在工厂级协调，执行在每台机器线速落地。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92608" y="2432304"/>
          <a:ext cx="11612879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3977639"/>
                <a:gridCol w="5669280"/>
              </a:tblGrid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部件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功能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公开规格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 核 Grace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策略、开通、遥测、基础设施编排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相对 BF-3 约 6× 算力，以并发多路服务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Inline 引擎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包 / RDMA / 存储 / 加密 / 防火墙 / 策略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最高 800 Gb/s 线速，减轻 Grace 与主机负担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LPDDR5X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为基础设施软件提供数据与状态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策略表、队列、遥测、元数据。Hot Chips 约 275 GB/s；手册最多 128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PCIe Gen6 x16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连接主机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主机与 Scale-in 处理域之间的宽通道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1054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800 Gb/s 网口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连接 Spectrum-X（Scale-in 交换）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接入、安全、搬移、存储；不是托盘总带宽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84048" y="5623560"/>
            <a:ext cx="11430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相对 BF-3（16× A78、400G、PCIe Gen5）：网络 2×。内存口径两篇官方博客不完全相同——Scale-in 博文写带宽 4×；共设计博文写容量 4×、带宽 &gt;3×。引用时应分开标注。Hot Chips：约 1.7 GHz（低于完整 Grace 服务器，现场记录认为受功耗约束）、200G PAM4 SerDes、inline 加密。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11  / 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03  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7.2 Tb/s 必须分流：800G 不是托盘总带宽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租户训练与推理报文走 ConnectX-9，不走 BlueField-4。该数字最易被误读为单口总带宽。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5623560" cy="5349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5349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Vera Rubin 每个计算托盘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481328"/>
            <a:ext cx="534924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约 7.2 Tb/s 聚合接口
  Scale-in    1 × 800 Gb/s     BlueField-4
               南北向：请求、存储、管控、安全
  Scale-out   4 × 1.6 Tb/s     ConnectX-9
               东西向：租户 workload / collective
南北向 : 东西向 ≈ 1 : 8
该比例为平台设计，而不是尚未拓宽的缺口。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4846320"/>
            <a:ext cx="534924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若将 7.2T 全部经 800G 转发，Scale-out 会先饱和。平台对策不是把前端做成 6.4T，而是：KV 优先留在 CMX，外部存储走 Spectrum-X 优化路径，集体通信留在 ConnectX-9。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060704"/>
            <a:ext cx="5623560" cy="251460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1170432"/>
            <a:ext cx="5349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47E10"/>
                </a:solidFill>
                <a:latin typeface="微软雅黑"/>
                <a:ea typeface="微软雅黑"/>
                <a:cs typeface="微软雅黑"/>
              </a:rPr>
              <a:t>三条约束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1. 租户训练 / 推理报文走 CX9，不走 BF-4 的 800G。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2. 800G 专用于接入、外部存储与管控。用户请求、开户、遥测走该路径。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3. Astra 将策略下发至 CX9 的 1.6T 口执行，而不是把东西向流量回流 DPU。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712463"/>
            <a:ext cx="562356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7648" y="3822191"/>
            <a:ext cx="5349240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Hot Chips 对无平台级 DPU 的对照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仅隔离南北向时，Scale-out 无法与租户切断，GPU 网络不能端到端受控。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若每张 NIC 各自配备 CPU、内存与管理，相对由一张 BF-4 管理全部 CX9，功耗约高 4×。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12  / 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03  原理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Astra：将信任控制点扩展到 Scale-out，流量不必回流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数据手册名称 ASTRA（Advanced Secure Trusted Resource Architecture）。相对「再安装一张 DPU」，这是可核对的增量。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11430000" cy="233172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11109960" cy="2103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运营者 / DOCA DPF
        │  开通、策略、密钥
        ▼
   BlueField-4（信任控制点，在租户 OS 外）
        ├─ 本卡 800G 数据面（Scale-in）→ inline 引擎线速执行
        └─ Astra → ConnectX-9 数据面（Scale-out）→ 策略在 1.6T 口原地执行，东西向不回流 DPU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3520440"/>
            <a:ext cx="1143000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闭环：BF-4 安装或更新策略并采集遥测；CX9 在东西向数据面直接执行。博客原文：同一套 VPC 策略覆盖接入与 Scale-out，无需将全部东西向流量经 800G 口转发。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必要性：Vera Rubin 东西向 6.4T、南北向 800G。若为「看见」租户流量而将报文绕回 DPU，等于用 800G 为 6.4T 做防火墙，物理上不成立。Astra 将「看见」实现为带外控制加网卡原地执行。Hot Chips 演示为 DPU 可见全部 CX9 流量；现场记录认为管理链路类似 PCIe，而非数据面回流。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「7 Tb/s 平台级 DPU」指 800G 本卡加上对四张 1.6T CX9 的策略覆盖，并非 BF-4 具备 7T 网络端口。零信任裸金属：租户无法取得设备管理面。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未公开：Astra 连接 CX9 的物理介质；在非 Rubin 服务器上以 PCIe 卡形式安装 BF-4 时，对第三方网卡是否生效。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13  / 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04  芯片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BlueField-4 DPU：Scale-in 接入卡规格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数据手册与 Hot Chips 现场记录。Grace + ConnectX-9 级网络，角色不是第四张 SuperNIC。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2788920" cy="196596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" y="1170432"/>
            <a:ext cx="254203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800 Gb/s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2064" y="1645920"/>
            <a:ext cx="2542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Ethernet 或 InfiniBand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956816"/>
            <a:ext cx="254203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200G PAM4 SerDes；Scale-in 口，不是托盘总和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1060704"/>
            <a:ext cx="2788920" cy="196596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9856" y="1170432"/>
            <a:ext cx="254203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64 核 Grace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9856" y="1645920"/>
            <a:ext cx="2542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Neoverse V2 @ ~1.7 GHz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1956816"/>
            <a:ext cx="254203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相对 BF-3 约 6× 算力；1.7 GHz 低于完整 Grace 服务器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060704"/>
            <a:ext cx="2788920" cy="196596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170432"/>
            <a:ext cx="254203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≤128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645920"/>
            <a:ext cx="2542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LPDDR5X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956816"/>
            <a:ext cx="254203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Hot Chips 带宽 ~275 GB/s；给策略/队列/遥测/元数据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07424" y="1060704"/>
            <a:ext cx="2788920" cy="196596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170432"/>
            <a:ext cx="2542032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PCIe Gen6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645920"/>
            <a:ext cx="2542032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x16 主机口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1956816"/>
            <a:ext cx="2542032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相对 BF-3 的 Gen5；连主机但不走租户数据面主路径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200400"/>
            <a:ext cx="11430000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形态：PCIe 卡及项目定制形态。Vera Rubin 为平台共设计，而非可选配件。数据手册写明 ASTRA 用于选定 Rubin 平台上的 ConnectX-9。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部署位置：Rubin GPU 计算托盘，以及 Vera CPU 节点。CPU 侧同样需要 Scale-in——智能体的工具调用、检索与校验运行在 Vera 上；若基础设施占用主机核，将增加推理环路中 CPU 段的抖动。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Hot Chips 存储微基准（Grace 版 DPU，不可与 STX 混用）：NVMe-oF 8 核约 1.6 Tb/s，16 核约 2000 万 IOPS，相对无 DPU 路径宣传约 2× 的数据到达 GPU 速度。这是协议卸载能力，不表示 800G 端口变为 1.6T。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Inline 引擎覆盖包处理、RDMA、存储协议、加密、防火墙与策略。控制面可以异步决策，数据面不能每包回核。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转载规格（128 GB、512 GB 板载 SSD、114 MB L3）以数据手册「up to 128 GB LPDDR5x」为准；第三方拆解数字不作官方依据。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14  / 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04  芯片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相对 BlueField-3：按并发基础设施服务扩核与带宽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上代最多 16 核，面向云基础设施插卡。本代按多服务同时在卡上运行扩核、内存与网络。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060704"/>
          <a:ext cx="116128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880360"/>
                <a:gridCol w="3794760"/>
                <a:gridCol w="3611880"/>
              </a:tblGrid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BlueField-3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BlueField-4 DPU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倍数 / 变化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最多 16× Cortex-A78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64× Neoverse V2（Grace）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官方约 6× 算力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400 Gb/s  Ethernet/IB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800 Gb/s，CX9 级，200G SerDes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2×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PCIe Gen5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PCIe Gen6 x16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代际翻倍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内存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板载 DDR5，常见 16–32 GB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LPDDR5X，手册最多 128 GB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容量口径 4×（共设计博客）；带宽 4× 或 &gt;3×，两篇博客不一致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4102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定位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云基础设施可选插卡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Vera Rubin 标配信任前端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从配件到共设计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4462272"/>
            <a:ext cx="114300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约 6× 算力的原因：Scale-in 不是仅做 vSwitch。同一张卡上需并发 HBN、Flow、Argus、Vault、Telemetry、DPF 与存储协议。BF-3 的 16 核面向卸载单张网卡功能；BF-4 的 64 核面向运行一套基础设施操作系统。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约 1.7 GHz 低于完整 Grace 服务器。现场记录认为受 DPU 功耗约束。算力倍数来自核数、微架构与缓存，不完全来自频率。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内存倍数对外引用时应分开标注两篇博客来源，不宜合并为单一「内存 4×」。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15  / 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04  芯片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同一名称，两种角色：DPU 与 STX 不可混用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现场记录亦指出应区分为 Grace 版与 Vera 版。混用会将 1.45× 外部存储与 10× CMX IOPS 写入同一张表。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5623560" cy="534924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534924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BlueField-4 DPU（Scale-in）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硅：Grace + CX9 级网络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口：800 Gb/s Ethernet 或 IB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放哪：Rubin 计算托盘、Vera CPU 节点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职责：南北向接入、主机卸载、安全、管理、可观测、隔离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存储数字：NVMe-oF 8 核 1.6 Tb/s、16 核 20M IOPS（Hot Chips，本卡卸载）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交换：Spectrum-X 接入路径，相对货架以太网存储最高 1.45×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60704"/>
            <a:ext cx="5623560" cy="534924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1A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170432"/>
            <a:ext cx="534924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Vera BlueField-4 STX（CMX）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硅：Vera CPU + ConnectX-9 SuperNIC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口：Spectrum-X 最高 1.6 Tb/s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放哪：STX 模块化存储 / CMX 数据节点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职责：KV I/O、元数据、放置、安全、控制；不是简单的块设备仿真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存储数字：两颗 Vera 版 3.2 Tb/s；DOCA Memos 宣传 10× IOPS、5× 效率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路径：GPU HBM → 系统内存 → 本地/网络存储，工厂内上下文层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16  / 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04  软件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DOCA：将加速器编排为基础设施操作系统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硬件本身不构成处理域。微服务与服务功能链使一条流按序经过网络、安全与存储。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060704"/>
          <a:ext cx="1161288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5943600"/>
                <a:gridCol w="4114800"/>
              </a:tblGrid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模块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作用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落在哪条路径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HBN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主机侧 L3；BF-4 可当 BGP 路由器，多租户南北向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 接入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Flow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编程硬件包处理流水线：分类、ACL、线速执行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 数据面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OVS-DOCA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东西向接口套同一套策略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Scale-out 口，配合 Astra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Argus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运行时威胁检测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安全，租户 OS 外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文件访问策略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 / 数据访问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PCC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可编程拥塞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接入与存储路径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Telemetry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设备与服务健康，不依赖租户主机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DPF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K8s 原生：DPU 当节点来发现、开通、部署、升级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控制面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03167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 BF-4 与多张 CX9 的统一控制点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 控制 → Scale-out 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3170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Memos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在计算节点和存储节点间管理 / 共享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CMX，不属于 800G 接入路径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5623560"/>
            <a:ext cx="11430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生产形态为容器化微服务，直接运行于 BlueField-4；库与 SDK 供自研服务使用。服务功能链的意义是：不必在主机上串联多级 vSwitch，流在 DPU 域内完成分类、加密与存储卸载。Memos 须单独标注——它服务于上下文存储，不是南北向 VPC。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17  / 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04  交换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Spectrum-X 在 Scale-in 路径上的角色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Scale-in 未引入第三种专有交换总线。接入与外部存储仍由 AI 以太网承载；Vera Rubin 同代为 Spectrum-6。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78992"/>
            <a:ext cx="114300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分工：BlueField-4 在节点上处理服务（策略、协议、加密、遥测）；Spectrum-X 在工厂与外部之间转发。没有交换机，DPU 只是加速网卡；没有 DPU，交换机只是转发未经卸载的主机流量。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公开能力针对 AI 流量特征：哈希极化与负载不均、incast 拥塞、多流争用。目标是提高有效带宽并隔离并发流，使接入与存储更可预期——对应尾部时延，而不只是端口速率。§1 所述 AR / DDP / CC / PLB 在此用于接入与存储流，而不是 NCCL collective。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存储数字须带条件：相对货架以太网最高约 1.45×。Hot Chips 按对象大小给出 5 GB 1.5×、10 GB 1.4×、50 GB 1.3×。增益随对象增大而收窄，说明收益来自拥塞隔离与中小对象，而不是把物理口从 400G 线性外推到 800G。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3246120"/>
            <a:ext cx="370332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3383280"/>
            <a:ext cx="342900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与 Scale-out 的关系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Spectrum-X 同时出现在 Scale-out 与 Scale-in 表述中。Scale-out 承载 CX9 上的集体通信；Scale-in 承载 BF-4 上的接入与存储。是否共用 leaf 平面，官方未说明。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246120"/>
            <a:ext cx="3703320" cy="3154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98264" y="3383280"/>
            <a:ext cx="342900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与 CMX 的关系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CMX 亦走以太网附加闪存，处理器为 STX。Scale-in 的 1.45× 是外部存储路径相对货架以太网；CMX 的 10× IOPS 属于上下文层。两套数字不可合并。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3246120"/>
            <a:ext cx="3703320" cy="315468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5" y="3383280"/>
            <a:ext cx="3429000" cy="2880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47E10"/>
                </a:solidFill>
                <a:latin typeface="微软雅黑"/>
                <a:ea typeface="微软雅黑"/>
                <a:cs typeface="微软雅黑"/>
              </a:rPr>
              <a:t>共设计约束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官方强调 BF-4、DOCA、Spectrum-X 与 Vera Rubin 共设计：核、内存带宽、PCIe、网络、加速与软件需互相匹配。仅更换一张 800G 网卡无法复制该路径。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18  / 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05  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隔离的 AI 工厂 VPC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多租户共享物理资源。南北向与东西向若使用两套策略，隔离不完整。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3703320" cy="534924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207008"/>
            <a:ext cx="342900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C47E10"/>
                </a:solidFill>
                <a:latin typeface="微软雅黑"/>
                <a:ea typeface="微软雅黑"/>
                <a:cs typeface="微软雅黑"/>
              </a:rPr>
              <a:t>问题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共享 AI 工厂需要按云的方式开通租户，但不能把隔离交给租户操作系统。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若仅在南北向 DPU 上划分 VRF，东西向 CX9 仍对租户可见，租户之间的东西向隔离不完整。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若将东西向回流 800G 做防火墙，6.4T 流量没有物理容量。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060704"/>
            <a:ext cx="3703320" cy="534924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98264" y="1207008"/>
            <a:ext cx="342900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机制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HBN：在 BF-4 上加速南北向 L3 与租户隔离，可作为 BGP 路由器。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Flow：分类与 ACL，下发到硬件流水线。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OVS-DOCA：将同一策略应用到东西向接口。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Astra：再下发到 CX9。7.2 Tb/s 接口处于同一策略模型，东西向不经 800G 转发。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060704"/>
            <a:ext cx="3703320" cy="534924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1A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66175" y="1207008"/>
            <a:ext cx="3429000" cy="5074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结果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运营侧集中开通 VPC，租户继续使用加速交换。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隔离一致，主机 CPU 不承担 vSwitch。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裸金属亦可多租户：设备管理面在 DPU，不在租户。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因此 Scale-in 与 Scale-out 须由同一控制点管理。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19  / 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05  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硅上安全：黄仁勋所称的 Scale-in security networking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执行点在硬件，且位于租户操作系统之外。这是第五支柱进入财报「五种网络系统」的原因。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60704"/>
            <a:ext cx="11430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问题：主机侧安全与负载同信任域；软件防火墙增加一跳；智能体反复访问数据、模型、工具与 KV，使攻击面位于推理路径上。共设计博客：安全不能只依赖主机软件，因为控制边界与被保护的负载是同一台机器。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智能体改变安全模型：一次会话内策略检查次数随工具调用线性增加。线速执行不是「更快的 WAF」，而是推理 SLA 的一部分。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2606040"/>
          <a:ext cx="116128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931920"/>
                <a:gridCol w="6217920"/>
              </a:tblGrid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组件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管什么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为什么必须在 DPU 域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Argus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运行时威胁检测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检测器若位于租户内，租户可以关闭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Vault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文件访问策略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模型与数据文件不能仅依赖主机 ACL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网络线速策略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每包回主机核会先耗尽 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Astra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南北向与东西向同步加密、隔离、密钥、遥测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仅保护 800G、不保护 6.4T，等于未保护算力面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5074920"/>
            <a:ext cx="1143000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结果：租户软件无法关闭上述控制；主机 CPU 不承担安全过滤；共享 AI 服务具备一致保护。对应零信任裸金属：租户获得加速器，无法获得基础设施控制面。未公开：Argus 的观测语义（系统调用 / eBPF / 包级）与密钥托管层次。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20  / 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05  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加速存储接入：外部数据，不是 CMX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GPU 具备算力与 NVLink，仍可能因存储协议在主机上排队而空闲。该路径连接训练数据、模型资产与企业知识。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11430000" cy="114300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07008"/>
            <a:ext cx="111099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边界：Scale-in 存储路径 = 工厂外部 / 企业侧数据进入。CMX = 工厂内 KV / 可复用推理状态。1.45× 与 10× IOPS 不是同一实验。BF-4 DPU 卸载 NVMe-oF、文件 / 对象（RDMA 与 TCP）、存储虚拟化与搬移；STX 卸载 KV 元数据、放置与召回。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331720"/>
            <a:ext cx="1143000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机制：协议栈与虚拟化在 DPU 上运行，主机可继续看到标准网卡或存储设备模型（VirtIO、DOCA SNAP 一类），后台为加速路径。Spectrum-X 在该路径上提供拥塞管理与流隔离，避免多租户检索降低有效带宽。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数字：相对货架以太网最高约 1.45× 吞吐；Hot Chips 5 / 10 / 50 GB 对象对应 1.5 / 1.4 / 1.3×。Grace 版 DPU 微基准 8 核 1.6 Tb/s NVMe-oF、16 核 20M IOPS，宣传约 2× 数据到达 GPU——对照基线未完全公开，引用时应标明宣传口径。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与 Scale-up 正交：NVLink 解决 GPU 之间的权重与激活搬运，不把企业对象存储搬入 HBM。智能体检索、训练数据加载与 checkpoint 走南北向存储路径。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4617720"/>
            <a:ext cx="11430000" cy="178308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736592"/>
            <a:ext cx="1110996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800G 是否先饱和：东西向 6.4T 与南北向 800G 为 8:1。平台对策是（1）KV 尽量留在 CMX，不走该 800G；（2）外部存储依赖 Spectrum-X 提高有效带宽；（3）不将 Scale-in 口做成与 Scale-out 对等。若智能体把大量中间状态当作外部对象往返传输，800G 仍可能成为瓶颈——这是架构选择。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21  / 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05  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控制面：主机可用之前先下发策略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若管控运行在主机上，主机尚未启动或已被租户控制时，工厂无法自举。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78992"/>
            <a:ext cx="114300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AI 工厂节点须先开通网络与存储、装好策略，才能运行负载。传统 PXE 加主机进程的顺序是：主机操作系统启动后再下发策略。多租户裸金属在此窗口内处于无策略状态。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 将顺序倒置：DPU 先于主机可用，策略先行，再通过网络启动主机操作系统。租户软件启动时，隔离与加密已在硅上生效。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2788920"/>
          <a:ext cx="116128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3200400"/>
                <a:gridCol w="5394960"/>
              </a:tblGrid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步骤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谁做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为什么不能放主机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发现 / 开通 DPU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DPF，把 DPU 当 K8s 节点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主机还没 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下发网络、存储、安全策略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DOCA 微服务 + Astra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必须在租户可访问设备之前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网络启动主机 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BF-4 控制面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安装镜像也不应走未经隔离的网络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之后的升级、扩容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DPF 服务部署与滚动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升级基础设施不能打扰租户 GPU 作业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5074920"/>
            <a:ext cx="1143000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DPF（DOCA Platform Framework）是 Kubernetes 原生编排：发现、开通、服务部署与升级。运营者按基础设施节点机群管理 DPU，而不是逐卡远程登录。结果是部署更短、配置更一致、主机 CPU 不承担管控、新算力更快上线。这与「DPU 为可选加速器」不兼容——控制面依赖其常驻，因此 Vera Rubin 将其纳入共设计。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22  / 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05  用例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可观测：观测点位于租户操作系统之外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五个用例共用同一结构：服务运行于 DPU 域，执行位于 inline 引擎或 CX9，主机保留 AI 负载。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5623560" cy="32461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170432"/>
            <a:ext cx="5349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Telemetry 机制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从 BlueField-4 采集网络、存储访问、服务健康、性能与利用率，导出到监控平台。库供 ISV 接入同一信号。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视野可延伸到 GPU 与网络利用率，用于区分接入拥塞、东西向拥塞、存储等待、策略开销或作业放置问题。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租户可以停止主机侧采集进程或提供不准确的指标；DPU 域指标不经过租户操作系统。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060704"/>
            <a:ext cx="5623560" cy="324612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1A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27648" y="1170432"/>
            <a:ext cx="534924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500" b="1" i="0">
                <a:solidFill>
                  <a:srgbClr val="1A6FB5"/>
                </a:solidFill>
                <a:latin typeface="微软雅黑"/>
                <a:ea typeface="微软雅黑"/>
                <a:cs typeface="微软雅黑"/>
              </a:rPr>
              <a:t>五个用例的共同结构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VPC：策略在 DPU，执行在 800G 与 CX9。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安全：检测与强制在租户操作系统之外。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存储：协议栈在 DPU，缩短 GPU 等待数据的时间。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控制面：主机尚未启动时处理域已经存在。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遥测：观测点同样位于该域之外。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4462272"/>
            <a:ext cx="11430000" cy="1938528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590288"/>
            <a:ext cx="1110996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该结构决定了 Scale-in 不是功能清单。缺少 Astra，东西向用例不成立；缺少 inline 引擎，安全与存储只能回到主机核；缺少 DPF，控制面仍在主机上。产品材料将五条分开陈述，工程上它们是同一台 DPU 上的服务功能链。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23  / 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06  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 连接外部数据，CMX 连接内部上下文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BlueField-4 家族两条数据路径。将两套性能数字写入同一张表是最常见的误读。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60704"/>
            <a:ext cx="1143000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企业数据 / 训练数据 / 用户请求
        │  Scale-in（Spectrum-X + BF-4 DPU 800G）
        ▼  Rubin / Vera 计算   ── Scale-up NVLink / Scale-out CX9
        │  KV 放不下 HBM 时
        ▼  CMX（STX 存储处理器 + DOCA Memos）→ 工厂内可共享上下文层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292608" y="2606040"/>
          <a:ext cx="116128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4937760"/>
                <a:gridCol w="4937760"/>
              </a:tblGrid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/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Scale-in 存储路径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CMX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数据是什么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训练数据、模型、企业知识、应用对象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KV cache、可复用推理状态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处理器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BF-4 DPU（Grace + 800G）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BF-4 STX（Vera + 最高 1.6T）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丢了会怎样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业务数据损坏，要持久化/复制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部分 KV 可重算，经济模型不同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公开数字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vs 货架以太网最高 1.45×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两颗 Vera 版 3.2 Tb/s；宣传 10× IOPS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84048" y="5074920"/>
            <a:ext cx="11430000" cy="1325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官方表述：BlueField-4 既可作为 Scale-in 的基础设施处理器，也可作为 CMX 的存储处理器，二者职责不同。Scale-in 把工厂数据与外部企业数据接到算力上；CMX 保存并共享上下文，减少反复 prefill。智能体工厂两者都需要：没有 Scale-in，企业知识无法进入；没有 CMX，长上下文会同时占满 HBM 与前端 800G。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24  / 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07  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网络从单一种类扩展为多种系统，DPU 从配件变为平台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黄仁勋用 Scale-in security networking 解释每 GW 收入机会。基础设施进入推理 SLA。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5623560" cy="2514600"/>
          </a:xfrm>
          <a:prstGeom prst="roundRect">
            <a:avLst>
              <a:gd name="adj" fmla="val 5000"/>
            </a:avLst>
          </a:prstGeom>
          <a:solidFill>
            <a:srgbClr val="E8F3D6"/>
          </a:solidFill>
          <a:ln w="11430">
            <a:solidFill>
              <a:srgbClr val="5AA8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5303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多种网络系统可售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17904"/>
            <a:ext cx="53035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Hopper 时期大约为 GPU 加 InfiniBand。Vera Rubin 需要 CPU 以及多种网络才能覆盖数据中心，再加上 Scale-in security networking 与 Scale-across，可视为五种网络系统。电话会将每 GW 收入机会表述为约 400 亿美元。DPU 不再是附件，而是与 NVLink、Spectrum 同级的可售系统。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060704"/>
            <a:ext cx="5623560" cy="2514600"/>
          </a:xfrm>
          <a:prstGeom prst="roundRect">
            <a:avLst>
              <a:gd name="adj" fmla="val 5000"/>
            </a:avLst>
          </a:prstGeom>
          <a:solidFill>
            <a:srgbClr val="E3EFF8"/>
          </a:solidFill>
          <a:ln w="11430">
            <a:solidFill>
              <a:srgbClr val="1A6F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170432"/>
            <a:ext cx="5303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标配信任前端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517904"/>
            <a:ext cx="53035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Hot Chips：云 DPU 是可替换插卡；BlueField-4 共设计进入每个 Vera Rubin 系统。云与 neocloud 可按「策略在 DPU、负载在 GPU」提供裸金属多租户。自建工厂的南北向安全不再主要依赖主机进程。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712463"/>
            <a:ext cx="5623560" cy="2514600"/>
          </a:xfrm>
          <a:prstGeom prst="roundRect">
            <a:avLst>
              <a:gd name="adj" fmla="val 5000"/>
            </a:avLst>
          </a:prstGeom>
          <a:solidFill>
            <a:srgbClr val="FBF0D8"/>
          </a:solidFill>
          <a:ln w="11430">
            <a:solidFill>
              <a:srgbClr val="C47E1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822191"/>
            <a:ext cx="5303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基础设施进入 SLA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169663"/>
            <a:ext cx="53035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tokens/MW、TTFT、P99 将部分取决于：800G 接入是否拥塞、存储卸载是否足够、CX9 上策略是否线速执行、以及 KV 是否由 CMX 复用。Scale-in 是 NVIDIA 将这些因素纳入自家平台的方式。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712463"/>
            <a:ext cx="5623560" cy="2514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3822191"/>
            <a:ext cx="530352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与自研 ASIC 的对照维度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169663"/>
            <a:ext cx="5303520" cy="1920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Jalapeño 前端仍是主机侧 400G 以太网卡，scale-up 由加速器承担。不宜比较前端端口谁更大，应比较：策略执行点是否在租户操作系统之外；东西向是否纳入同一控制点（Astra）；存储协议是否卸载；前端与多 Tb/s Scale-out 是否刻意保持非对称。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25  / 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07  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争议、瓶颈与未公开项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SDxCentral 认为第五支柱是南北向 DPU 的重新包装。工程上应承认「南北向需要加速」并非新命题，同时把可核对的增量写清楚。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2608" y="1060704"/>
          <a:ext cx="116128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5760720"/>
                <a:gridCol w="3840480"/>
              </a:tblGrid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争议 / 风险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如何理解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不宜推论为</a:t>
                      </a:r>
                    </a:p>
                  </a:txBody>
                  <a:tcPr>
                    <a:solidFill>
                      <a:srgbClr val="2E452A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命名重新包装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南北向 DPU 不是新物种。可核对增量：Rubin 标配、Astra 覆盖 CX9、与 CMX / STX 分工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NVIDIA 发明了第六种互连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800G 容量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与东西向 8:1 是选择：KV 留 CMX、外部存储走优化路径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该比例将很快改为 6.4T 前端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「7T 平台级 DPU」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800G 本卡 + 对四张 1.6T CX9 的策略覆盖；演示是可见，不是全部流量穿过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BF-4 具备 7T 网络端口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SKU 同名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DPU = Grace + 800G；STX = Vera + 最高 1.6T。对外表述须加后缀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1B243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一张卡同时是 800G 与 3.2T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84048" y="4096512"/>
            <a:ext cx="1143000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未公开，不宜当作已定规格：整卡 TDP；每个 NVL72 托盘是否固定一张 BF-4；Astra 连接 CX9 的物理介质（现场记录为可能的 PCIe）；1.45× / 2× / 10× 的对照基线；Argus 检测语义；Scale-in 与 Scale-out 是否共用 leaf；非 Rubin 服务器上 Astra 对第三方网卡是否生效。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对外转述内存倍数时分开引用两篇官方博客。Hot Chips 1.7 GHz、275 GB/s 为现场幻灯，以数据手册为准。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可确定的判断：Scale-in 是前端网络的产品化升级——处理域独立、信任域扩展到 CX9、存储 / 安全 / 管控从主机卸载。它不替代 NVLink，也不替代 Spectrum-X 算力面。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26  / 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08  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读完应能复述的五句话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概念、变化、原理、产品、影响各一句。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060704"/>
            <a:ext cx="114300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060704"/>
            <a:ext cx="109728" cy="896112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170432"/>
            <a:ext cx="137160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170432"/>
            <a:ext cx="95097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 是加速后的前端 / 南北向接入域，不是 Scale-up 的反向，也不替代 ConnectX-9 上的算力面。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" y="2048256"/>
            <a:ext cx="114300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84048" y="2048256"/>
            <a:ext cx="109728" cy="896112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157984"/>
            <a:ext cx="137160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157984"/>
            <a:ext cx="95097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从「主机 SDN + 可选 DPU 插卡」变为「Vera Rubin 标配的主机无关基础设施域」。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3035808"/>
            <a:ext cx="114300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84048" y="3035808"/>
            <a:ext cx="109728" cy="896112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145536"/>
            <a:ext cx="137160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原理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145536"/>
            <a:ext cx="95097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Grace 决策，inline 执行；Astra 将策略下发至 CX9，东西向流量不经 800G 转发。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023360"/>
            <a:ext cx="114300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84048" y="4023360"/>
            <a:ext cx="109728" cy="896112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133088"/>
            <a:ext cx="137160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产品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4133088"/>
            <a:ext cx="95097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BF-4 DPU（800G，Scale-in）与 BF-4 STX（CMX 存储）同名不同角色；软件是 DOCA，交换是 Spectrum-X。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84048" y="5010912"/>
            <a:ext cx="11430000" cy="8961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0D8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84048" y="5010912"/>
            <a:ext cx="109728" cy="896112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5120640"/>
            <a:ext cx="137160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影响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5120640"/>
            <a:ext cx="9509760" cy="6766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多种网络系统可售、DPU 进入推理 SLA；800G 相对 6.4T 为刻意非对称；可核对增量是 Astra 与平台标配。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27  / 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128016"/>
            <a:ext cx="114300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D760C"/>
                </a:solidFill>
                <a:latin typeface="微软雅黑"/>
                <a:ea typeface="微软雅黑"/>
                <a:cs typeface="微软雅黑"/>
              </a:rPr>
              <a:t>09  来源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329184"/>
            <a:ext cx="11430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公开材料与引用边界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94944"/>
            <a:ext cx="11430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2026-08/09 口径。后续 Rubin 量产 SKU 和 DOCA 版本还会变。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" y="1078992"/>
            <a:ext cx="11430000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Scale-in / BlueField-4：NVIDIA Technical Blog《BlueField-4 Powers New Scale-In…》（2026-08-24）与共设计博文；Hot Chips 2026 / ServeTheHome；BlueField-4 数据手册；Gilad / Converge Digest；FY2027 Q2 电话会；SDxCentral 质疑。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Spectrum-X 产品：nvidia.com/spectrumx 与 Ethernet 产品页——端到端 AI 以太网平台；相对货架以太网约 1.6×、十万 GPU 级约 95% 有效带宽。数据手册：AR、可编程拥塞控制、性能隔离、硬件多平面。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Spectrum-X 机制：技术博客 Giga-Scale Ethernet Evolution（AR / CC / PLB）；Optimize Large-Scale AI Workloads（乱序由 SuperNIC 重排；Israel-1 约 1.6×）；架构白皮书（DDP：有效带宽约 60% → 95%）。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Spectrum-6：102.4 Tb/s ASIC 数据手册。Spectrum-XGS：2025-08 新闻稿与 scale-across 博客，跨约 10 km NCCL 最高约 1.9×。SuperNIC：Hopper BF-3、Blackwell CX8、Rubin CX9；CX8/CX9 支持硬件 PLB。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存储交换材料：Spectrum-X 存储路径自适应路由最高约 1.6× I/O，与 Scale-in 的 1.45×、CMX 的 5× TPS 分开引用。arXiv:2605.21187 描述多平面控制环。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DOCA / CMX：DOCA 产品页；CMX 博客与产品页；Converge Digest：BlueField-4 STX。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1B2430"/>
                </a:solidFill>
                <a:latin typeface="微软雅黑"/>
                <a:ea typeface="微软雅黑"/>
                <a:cs typeface="微软雅黑"/>
              </a:rPr>
              <a:t>内存倍数两篇官方博客不一致，文中已分开标注。演示数字未给对照基线的，按宣传口径引用。完整 URL 见同目录 Markdown「来源」节。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38544"/>
            <a:ext cx="12191695" cy="219456"/>
          </a:xfrm>
          <a:prstGeom prst="rect">
            <a:avLst/>
          </a:prstGeom>
          <a:solidFill>
            <a:srgbClr val="E6EB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638544"/>
            <a:ext cx="146304" cy="219456"/>
          </a:xfrm>
          <a:prstGeom prst="rect">
            <a:avLst/>
          </a:prstGeom>
          <a:solidFill>
            <a:srgbClr val="5AA8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" y="6638544"/>
            <a:ext cx="969264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A8896"/>
                </a:solidFill>
                <a:latin typeface="微软雅黑"/>
                <a:ea typeface="微软雅黑"/>
                <a:cs typeface="微软雅黑"/>
              </a:rPr>
              <a:t>NVIDIA Scale-in 网络基础设施  ·  2026-08 公开口径  ·  内部学习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638544"/>
            <a:ext cx="1554480" cy="219456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7A"/>
                </a:solidFill>
                <a:latin typeface="微软雅黑"/>
                <a:ea typeface="微软雅黑"/>
                <a:cs typeface="微软雅黑"/>
              </a:rPr>
              <a:t>28  / 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