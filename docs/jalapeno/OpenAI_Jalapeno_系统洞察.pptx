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80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HOT CHIPS 2026  ·  STANFORD  ·  2026.08.25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Jalapeño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OpenAI 推理芯片系统洞察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一颗为 LLM Serving 重写的 ASIC，而不是训练 GPU 的缩小版。
从问题定义、微架构、机架网络、软件栈到跑分口径，做一次完整拆解。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547872"/>
            <a:ext cx="3108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822191"/>
            <a:ext cx="3108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少搬数据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18795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KV / 权重尽量留本地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4290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547872"/>
            <a:ext cx="3108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822191"/>
            <a:ext cx="3108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同质机池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18795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故意不做 PD 分离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4290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547872"/>
            <a:ext cx="3108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822191"/>
            <a:ext cx="3108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电力即吞吐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4187952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先打 tokens / MW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44768"/>
            <a:ext cx="7315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OpenAI × Broadcom × Celestica    |    演讲 You Can Just Build Things … Chips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144768"/>
            <a:ext cx="32918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内部技术简报  ·  24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按「问题 → 架构 → 系统 → 软件 → 成绩 → 战略」读，而不是按参数表读。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02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99032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5506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8483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69464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它是什么、为什么现在做、和谁一起做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99032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65506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08483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架构哲学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569464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Prefill/Decode、KV 本地、不做 PD 分离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99032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65506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8483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硅与系统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569464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芯片规格、机架解剖、2048 超节点网络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39312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9534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32511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软件栈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09744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Gluon / Teacup / Codex 写 kernel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639312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89534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32511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成绩怎么读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809744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InferenceX、对标 Blackwell/Rubin、口径陷阱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39312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32511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战略含义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809744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对 OpenAI、Nvidia 与超节点路线的启示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先看结论，再看芯片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Hot Chips 这场的真正内容，不是又一张 FLOPS 海报。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03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11292840" cy="1444752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673352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73352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435608"/>
            <a:ext cx="9966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它解决的是 Serving，不是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892808"/>
            <a:ext cx="99669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Jalapeño 是 OpenAI 第一颗 Intelligence Processor：为在线推理、低延迟 Agent、高并发 ChatGPT 流量设计。训练仍走 Nvidia / AMD / Cerebras。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11292840" cy="1444752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273552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73552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35808"/>
            <a:ext cx="9966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架构选择服从真实流量，而不是服从高峰算力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93008"/>
            <a:ext cx="99669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Prefill 吃算力、Decode 吃带宽、KV 搬家最伤延迟。所以核心不是「更大 systolic」，而是「少搬数据、同质机池、贴近 roofline」。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292840" cy="1444752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873752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73752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636008"/>
            <a:ext cx="9966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成绩要和口径一起读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93208"/>
            <a:ext cx="99669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公开数字打赢的是 Blackwell，真正的同代对手是 Rubin；而且目前是 STP、无 speculative decoding、无 AgentX。方向对，但还不是终局数字。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01 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它是什么，不是什么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先把边界画清楚，后面的架构选择才读得通。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04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122A1E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91440" cy="507492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389888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74519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1837943"/>
            <a:ext cx="4526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OpenAI 第一颗自研推理 ASIC，多代平台的 Gen-1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32887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32887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496311"/>
            <a:ext cx="4526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围绕 LLM serving 从零设计：模型、kernel、机架一起做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191255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91255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154679"/>
            <a:ext cx="4526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Broadcom 做硅实现与 Tomahawk 网络，Celestica 做板卡机架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49623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49623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813047"/>
            <a:ext cx="4526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可跑多种模型：GPT-OSS、DeepSeek R1、Kimi K2.5，不是单模型专用芯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07991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07991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471415"/>
            <a:ext cx="4526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自家 captive silicon，不外卖、不出租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166359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66359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5129783"/>
            <a:ext cx="4526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2026 年底小规模上量，2027 年才是真正放量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1234440"/>
            <a:ext cx="5577840" cy="5074920"/>
          </a:xfrm>
          <a:prstGeom prst="roundRect">
            <a:avLst>
              <a:gd name="adj" fmla="val 6000"/>
            </a:avLst>
          </a:prstGeom>
          <a:solidFill>
            <a:srgbClr val="2A1616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1234440"/>
            <a:ext cx="91440" cy="5074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38988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不是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1874519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874519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2" y="1837943"/>
            <a:ext cx="46177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不是训练芯片，也不会替代 OpenAI 的 GPU 训练集群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2532887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2532887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2496311"/>
            <a:ext cx="46177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不是对外售卖的商用加速卡，没有云上实例可租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191255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191255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3154679"/>
            <a:ext cx="46177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不是「专门打自家模型」的固化 ASIC（OpenAI 自己强调通用）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849623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849623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5432" y="3813047"/>
            <a:ext cx="46177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不是立刻量产的产品：Hot Chips 上跑的是工程样片 / A0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507991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507991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432" y="4471415"/>
            <a:ext cx="46177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不是对 Nvidia 的全面宣战，Ho 明确说算力缺口要多方补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5166359"/>
            <a:ext cx="256032" cy="256032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166359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5432" y="5129783"/>
            <a:ext cx="46177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不是已经带 speculative decoding / PD 分离的终局系统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01 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为什么 OpenAI 现在必须自己做芯片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驱动因素不是「想当芯片公司」，而是 Serving 成本、电力上限和供应结构。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05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61872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44752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1907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电力是硬约束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94560"/>
            <a:ext cx="32461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OpenAI 现在卡的是数据中心 MW，不是预算或机房面积。tokens / MW 直接等于收入。Jensen 在 Computex 也说：1 GW 电力下，吞吐每瓦就是营收。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61872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444752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1907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推理已经比训练更贵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194560"/>
            <a:ext cx="32461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ChatGPT / Agent 是持续在线流量。训练是一次性高峰，推理是每天的电费和时延 SLO。垂直整合的最大杠杆在 Serving。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61872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444752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71907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GPU 通才的税太重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194560"/>
            <a:ext cx="32461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通用 GPU 要兼容训练、图形、CUDA 生态。对 decode 带宽、KV 局部性、小 batch 延迟，通才架构付了固定开销税。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30752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13632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18795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供应不能只押一家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663440"/>
            <a:ext cx="32461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OpenAI 仍会买 Nvidia / AMD / Cerebras。自研 ASIC 是把一部分推理从高毛利 GPU 挪到更可控的 Broadcom 供应链上。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730752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913632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18795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全栈才能改问题定义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663440"/>
            <a:ext cx="32461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只有同时拥有模型、kernel、调度和硅，才能决定：KV 放哪、要不要 PD 分离、哪些延迟必须从硬件里删掉。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30752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3913632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418795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Agent 改变流量形状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663440"/>
            <a:ext cx="32461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知识 → 推理 → Agent 三代模型，I/O 比、cache hit、投机接受率都在变。固定拆分的异构机池会很快过时。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01 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时间线与分工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OpenAI 设计，Broadcom 落地硅和网络，Celestica 做可量产的机架。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06  /  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29968"/>
            <a:ext cx="10972800" cy="36576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16152" y="1920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2588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2024 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组队启动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从招人到定义架构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36392" y="1920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32588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2025.11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28600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CoWoS 流片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65176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OpenAI 称设计到 tape-out 约 9 个月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56632" y="1920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32588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2026.06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28600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正式亮相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65176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与 Broadcom 发布 Jalapeño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76872" y="1920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32588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2026.08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28600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Hot Chips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65176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首次公开规格、功耗与跑分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97112" y="1920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32588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2026 年底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28600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小规模部署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65176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工程样片 → 少量上架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17352" y="1920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132588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28600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放量之年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265176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大部分产出集中在年底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33756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520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520440"/>
            <a:ext cx="1554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架构与软件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31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OpenAI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434840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芯片定义、kernel、serving 引擎 Teacup、模型与 Codex 协同设计。演讲：Richard Ho / Ravi Narayanaswami / Chris Leary。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33756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98848" y="3520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8" y="3520440"/>
            <a:ext cx="1554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硅实现 + 网络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8" y="3931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Broadcom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4434840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N3P 计算 die、N3E I/O die、Tomahawk 6 交换、SerDes。把「能画的架构」变成「能量产的硅」。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333756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39328" y="3520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8" y="3520440"/>
            <a:ext cx="1554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板卡 / 机架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8" y="3931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Celestica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4434840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Katsu 主机柜、Vindaloo ASIC 托盘、Chana 交换托盘，以及 dock-to-rack 部署。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架构哲学：先改问题，再做硅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2412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Jalapeño 真正特别的地方，不是 13.4 PFLOPS 这个数字，
而是它拒绝了行业里两件「默认正确」的事：通用 GPU 税，以及 Prefill/Decode 分离。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02 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LLM 推理的三个瓶颈，不是一个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一颗只打高峰算力的芯片，会在另外两个瓶颈上把优势吐回去。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08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80160"/>
            <a:ext cx="3657600" cy="73152"/>
          </a:xfrm>
          <a:prstGeom prst="rect">
            <a:avLst/>
          </a:prstGeom>
          <a:solidFill>
            <a:srgbClr val="5B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4630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Prefill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5B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15544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算力密集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304288"/>
            <a:ext cx="32461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把 prompt 一次性编进 KV。
大矩阵、高算力利用率。
长上下文时这里会爆。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9476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B4FF"/>
                </a:solidFill>
                <a:latin typeface="微软雅黑"/>
                <a:ea typeface="微软雅黑"/>
                <a:cs typeface="微软雅黑"/>
              </a:rPr>
              <a:t>优化点：矩阵引擎、小 shape 不掉崖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77640" y="2651760"/>
            <a:ext cx="384048" cy="201168"/>
          </a:xfrm>
          <a:prstGeom prst="rightArrow">
            <a:avLst/>
          </a:prstGeom>
          <a:solidFill>
            <a:srgbClr val="5B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28016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280160"/>
            <a:ext cx="3657600" cy="73152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4630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Decode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190195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901952"/>
            <a:ext cx="15544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带宽密集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304288"/>
            <a:ext cx="32461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逐 token 生成。每步都要读权重和 KV。
算力经常闲着，HBM 才是上限。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79476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优化点：HBM4 带宽、本地 KV、少搬数据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18120" y="2651760"/>
            <a:ext cx="384048" cy="201168"/>
          </a:xfrm>
          <a:prstGeom prst="rightArrow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128016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28016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4630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通信 / 调度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8" y="190195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1901952"/>
            <a:ext cx="15544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延迟税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2304288"/>
            <a:ext cx="32461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KV 跨芯片、跨机、跨 PD 池搬家。
launch / barrier / 排队都会变成固定开销。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79476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优化点：删固定延迟，让小 batch 也贴 roofline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09160"/>
            <a:ext cx="11292840" cy="16002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864608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OpenAI 的原话，其实就一句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12080"/>
            <a:ext cx="10881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「只擅长其中一个阶段的系统，会在等数据、搬模型状态时把优势输掉。」所以 Jalapeño 的目标不是 Prefill 芯片或 Decode 芯片，而是一颗能按阶段切换计算 / 内存 / 网络组合、并且把 KV 明确放在本地的加速器。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02 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核心设计：少搬数据，KV 留本地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内存层次做减法，比把 systolic 做加法更重要。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09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6766560" cy="50749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Slice 结构（示意）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874519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222E3D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93392"/>
            <a:ext cx="187451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Slice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2359152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59152"/>
            <a:ext cx="1554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Core
OoO + L1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" y="3246120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A3A2A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246120"/>
            <a:ext cx="1554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本地 HBM 切片
低延迟直视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1874519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222E3D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1993392"/>
            <a:ext cx="187451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Slice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9232" y="2359152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2359152"/>
            <a:ext cx="1554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Core
OoO + L1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99232" y="3246120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A3A2A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3246120"/>
            <a:ext cx="1554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本地 HBM 切片
低延迟直视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1874519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222E3D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1993392"/>
            <a:ext cx="187451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Slice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6632" y="2359152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2359152"/>
            <a:ext cx="1554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Core
OoO + L1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6632" y="3246120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1A3A2A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6632" y="3246120"/>
            <a:ext cx="1554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本地 HBM 切片
低延迟直视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389120"/>
            <a:ext cx="5989320" cy="502920"/>
          </a:xfrm>
          <a:prstGeom prst="roundRect">
            <a:avLst>
              <a:gd name="adj" fmla="val 8000"/>
            </a:avLst>
          </a:prstGeom>
          <a:solidFill>
            <a:srgbClr val="1A3A2A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89120"/>
            <a:ext cx="5989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专用 Collective 网络  ·  slice 间同步（可与计算重叠的 TP 通信）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029200"/>
            <a:ext cx="5989320" cy="50292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29200"/>
            <a:ext cx="5989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通用 NoC  ·  访问 scale-up 网络 / 一般通信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23560"/>
            <a:ext cx="6309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权重和 KV 精心放置后，核间同步被限制在已知的高带宽通信上。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1234440"/>
            <a:ext cx="4343400" cy="1572768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7808" y="1371600"/>
            <a:ext cx="39776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对比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1709928"/>
            <a:ext cx="3977639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GPU 访存要穿过复杂内存系统，大延迟必须靠更大 shape / 更大 batch 摊销。Jalapeño 把层次压扁，小 batch 也能靠近峰值。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2926080"/>
            <a:ext cx="4343400" cy="1572768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3063240"/>
            <a:ext cx="39776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对比 TPU 式大 systolic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3401568"/>
            <a:ext cx="3977639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同样是 weight-stationary 脉动阵列，但明确支持更小矩阵维，减少 padding / tiling 掉崖。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617720"/>
            <a:ext cx="4343400" cy="1572768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7808" y="4754880"/>
            <a:ext cx="39776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对比 PD 分离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7808" y="5093208"/>
            <a:ext cx="3977639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Prefill 产出的 KV 立刻被 Decode 需要。搬走它等于把局部性拆掉，再买一次网络和排队。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02 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微架构：删固定延迟，让小 batch 也贴顶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和多数加速器相反，它用乱序核 + L1，而不是纯软件 scratchpad。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10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3560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92808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MXFP 数值格式 + weight-stationary 脉动阵列（像 TPU）。但支持更小 shape，避免大阵列在奇怪维数上的性能悬崖。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43560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标量 / 向量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892808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64-bit 标量核 + FP32/INT32 向量核。不是纯矩阵黑盒，保留可编程性，所以能跑 Doom，也能快速搬新模型。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3560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892808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乱序核 + L1 cache。刻意避开 barrier / 软件 scratchpad 的固定开销。代价是更依赖预取质量。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0448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冗余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61688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托盘级冗余，核级 / channel 级 yield harvesting。第一代 ASIC 能上量，这块和峰值 FLOPS 一样关键。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90448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I/O die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361688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N3E I/O chiplet：32×800G SerDes。24 lane 本地 scale-up（600 GB/s），8 lane 全局（200 GB/s）。主机侧 PCIe Gen5。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90448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AI 辅助设计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361688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OpenAI 称 AI 把 SIMD 面积压了 8%、矩阵引擎面积压了 10%，并改善时序和功耗。B0 相对 A0 还有约 25% perf/W。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02 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最反直觉的决定：不做 Prefill / Decode 分离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对 GPU 几乎是标配的 PDD，在 Jalapeño 上被明确拒绝。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11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5532120" cy="32461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行业默认：PD 分离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·  Prefill 池吃算力，Decode 池吃带宽，各自调到最优点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·  流量 I/O 比一变，就会一边排队、一边空转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·  KV 必须跨池传输：多一次带宽、同步、排队和故障域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·  Draft / Verify 若再拆开，投机解码会变成分布式协议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34440"/>
            <a:ext cx="5577840" cy="3246120"/>
          </a:xfrm>
          <a:prstGeom prst="roundRect">
            <a:avLst>
              <a:gd name="adj" fmla="val 6000"/>
            </a:avLst>
          </a:prstGeom>
          <a:solidFill>
            <a:srgbClr val="122A1E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Jalapeño：同质可互换机池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每个设备都能接下一个请求，不存在「分错池」的整卡空闲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KV 留在产生它的地方，局部性变成延迟和功耗优势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Draft 和主模型走同一低延迟 fabric，投机解码才值得做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11880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Agent 流量的 I/O 比会持续漂移，同质池是在买期权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45152"/>
            <a:ext cx="11292840" cy="1664208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73168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对超节点 / PD 分离路线的直接含义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02352"/>
            <a:ext cx="108813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PD 分离不是免费午餐：它在「流量稳定、需要很大 phase-specific batch 才能喂饱 GPU」时很划算；一旦芯片本身就能在小 batch / 全曲线贴近 roofline，再拆池反而损失局部性。超节点该优先保证的是 KV 与 TP/EP 的高频域，而不是先把 P 和 D 在拓扑上切开。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从一颗硅，到 2048 卡超节点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2412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Jalapeño 的系统形态并不意外：rack-scale，对标 NVL72 / Helios。
真正要看的是：单卡带宽、机架功耗，以及 16 柜一套的全局 scale-up。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03  硅与系统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单芯片规格（B0 / 对外口径）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TSMC N3P 整幅计算 die + N3E I/O die + HBM4。TDP 刻意不高。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13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73152" cy="2286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80744"/>
            <a:ext cx="3364992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13.4 PFLOPS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01368"/>
            <a:ext cx="33649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MXFP4 峰值算力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30552"/>
            <a:ext cx="336499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同节点 Rubin 计算 die 约 17.5 PF dense NVFP4，但 TDP 高得多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34440"/>
            <a:ext cx="73152" cy="2286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380744"/>
            <a:ext cx="3364992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216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801368"/>
            <a:ext cx="33649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HBM4 容量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130552"/>
            <a:ext cx="336499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约 6 堆 12-Hi。早期采用 HBM4，pin 速约 10 Gbps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234440"/>
            <a:ext cx="73152" cy="2286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1380744"/>
            <a:ext cx="3364992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15.4 TB/s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801368"/>
            <a:ext cx="33649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封装带宽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130552"/>
            <a:ext cx="336499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高于在役 HBM3E 加速器；SA 认为可能略高于 Rubin 的 9.6 Gbps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03320"/>
            <a:ext cx="73152" cy="2286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849624"/>
            <a:ext cx="3364992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700 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270248"/>
            <a:ext cx="33649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TDP / 持续更低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599432"/>
            <a:ext cx="336499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Hot Chips：测试负载持续功耗 ≤ 550 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703320"/>
            <a:ext cx="73152" cy="2286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849624"/>
            <a:ext cx="3364992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N3P + N3E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270248"/>
            <a:ext cx="33649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工艺拆分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599432"/>
            <a:ext cx="336499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计算 die 走 N3P；I/O chiplet 走 N3E，32×800G SerDes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703320"/>
            <a:ext cx="73152" cy="2286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3849624"/>
            <a:ext cx="3364992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PCIe Gen5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4270248"/>
            <a:ext cx="33649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主机连接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4599432"/>
            <a:ext cx="336499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连 x86 host。scale-up 不走 PCIe，走专用 SerDes + Tomahawk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03  硅与系统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机架与 Pod：数字要一起看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单卡好看不够。Serving 的真实单位已经是机架，甚至是 16 柜一个域。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14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7160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卡 / 机架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25146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1.7 EFLOPS  4-bit
27.5 TB HBM4  ·  ~2 PB/s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37160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2,048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01168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卡 / 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77440"/>
            <a:ext cx="25146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16 机架组成一个全局 scale-up 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37160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~160 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双柜系统功耗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77440"/>
            <a:ext cx="25146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Host 柜约 31 kW 生产功耗
ASIC 柜约 130 kW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37160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×16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01168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全局扩展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377440"/>
            <a:ext cx="25146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Local 128 all-to-all
Global 2048，铜 + 光 + 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和当代 GPU 机架怎么比（公开口径，需打折）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828800" cy="384048"/>
          </a:xfrm>
          <a:prstGeom prst="rect">
            <a:avLst/>
          </a:prstGeom>
          <a:solidFill>
            <a:srgbClr val="1A3A2A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114800"/>
            <a:ext cx="17373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114800"/>
            <a:ext cx="3108960" cy="384048"/>
          </a:xfrm>
          <a:prstGeom prst="rect">
            <a:avLst/>
          </a:prstGeom>
          <a:solidFill>
            <a:srgbClr val="1A3A2A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59152" y="4114800"/>
            <a:ext cx="30175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Jalapeño 机架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4114800"/>
            <a:ext cx="3200400" cy="384048"/>
          </a:xfrm>
          <a:prstGeom prst="rect">
            <a:avLst/>
          </a:prstGeom>
          <a:solidFill>
            <a:srgbClr val="1A3A2A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8112" y="4114800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GB200 / GB300 NVL72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4114800"/>
            <a:ext cx="3154680" cy="384048"/>
          </a:xfrm>
          <a:prstGeom prst="rect">
            <a:avLst/>
          </a:prstGeom>
          <a:solidFill>
            <a:srgbClr val="1A3A2A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4114800"/>
            <a:ext cx="3063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Helios / Rubin 方向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98848"/>
            <a:ext cx="182880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498848"/>
            <a:ext cx="17373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498848"/>
            <a:ext cx="310896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4498848"/>
            <a:ext cx="30175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纯推理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4498848"/>
            <a:ext cx="320040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68112" y="4498848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训练 + 推理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4498848"/>
            <a:ext cx="315468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68512" y="4498848"/>
            <a:ext cx="3063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训练 + 推理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82896"/>
            <a:ext cx="182880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882896"/>
            <a:ext cx="17373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算力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882896"/>
            <a:ext cx="310896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59152" y="4882896"/>
            <a:ext cx="30175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1.7 EF  4-bit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60" y="4882896"/>
            <a:ext cx="320040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68112" y="4882896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同代更高峰值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4882896"/>
            <a:ext cx="315468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68512" y="4882896"/>
            <a:ext cx="3063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峰值更高，TDP 也更高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266944"/>
            <a:ext cx="182880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5266944"/>
            <a:ext cx="17373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内存带宽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5266944"/>
            <a:ext cx="310896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59152" y="5266944"/>
            <a:ext cx="30175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约 2 PB/s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4960" y="5266944"/>
            <a:ext cx="320040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68112" y="5266944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公开对比约 85% 于 Jalapeño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5266944"/>
            <a:ext cx="3154680" cy="384048"/>
          </a:xfrm>
          <a:prstGeom prst="rect">
            <a:avLst/>
          </a:prstGeom>
          <a:solidFill>
            <a:srgbClr val="1B2532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68512" y="5266944"/>
            <a:ext cx="3063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HBM4，同代竞品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650992"/>
            <a:ext cx="182880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5650992"/>
            <a:ext cx="17373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功耗哲学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0" y="5650992"/>
            <a:ext cx="310896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59152" y="5650992"/>
            <a:ext cx="30175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700W，不追峰值 TDP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94960" y="5650992"/>
            <a:ext cx="320040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68112" y="5650992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高 TDP 换高峰 FLOPS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95360" y="5650992"/>
            <a:ext cx="3154680" cy="384048"/>
          </a:xfrm>
          <a:prstGeom prst="rect">
            <a:avLst/>
          </a:prstGeom>
          <a:solidFill>
            <a:srgbClr val="141C26"/>
          </a:solidFill>
          <a:ln w="9525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68512" y="5650992"/>
            <a:ext cx="30632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Max-Q 也到 1800W 量级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03  硅与系统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机架解剖：Katsu / Vindaloo / Chana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整柜菜谱式命名。系统级设计与 Celestica 合作，scale-up 铜缆背板类似 Nvidia Oberon。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15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3657600" cy="50749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3657600" cy="73152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4173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Katsu  主机柜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74519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16 个主机托盘，一对一对应 16 个 ASIC 托盘。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0604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每托盘 2× AMD EPYC Turin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0896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1.5 TB DRAM / 托盘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1188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2× E1.S + 2× M.2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1480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前端网络 400G（2×200G）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1772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8 根外部 PCIe DAC 横连 Vindaloo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234440"/>
            <a:ext cx="3657600" cy="50749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23444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14173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Vindaloo  ASIC 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1874519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16 个 ASIC 托盘，每盘 8 颗 Jalapeño，整柜 128 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60604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每盘 8 ASIC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10896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铜缆背板连 Chana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61188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推理主计算面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11480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生产功耗大头在这一柜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61772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与 Host 柜组成双柜系统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234440"/>
            <a:ext cx="3657600" cy="50749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234440"/>
            <a:ext cx="3657600" cy="73152"/>
          </a:xfrm>
          <a:prstGeom prst="rect">
            <a:avLst/>
          </a:prstGeom>
          <a:solidFill>
            <a:srgbClr val="5B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14173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Chana  交换托盘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1874519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8 个 scale-up 交换托盘：6 本地 + 2 全局。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60604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本地：6× Tomahawk 6 102.4T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310896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全局：每盘或为 2× TH6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61188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Local 域 128 卡 all-to-all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411480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Global 域最多 16 柜 / 2048 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61772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·  全局走 1.6T 光模块 + OCS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03  硅与系统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Scale-up：128 本地 + 2048 全局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网络只占系统成本约 10%，却买到了未来 10–20T 参数 / 百万级上下文的期权。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16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5532120" cy="33832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17320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8308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机架内 128 卡全互联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4.8 Tb/s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2926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每卡单向本地带宽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6 × 102.4T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26080"/>
            <a:ext cx="2926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Tomahawk 6 本地交换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6,144 DP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566160"/>
            <a:ext cx="2926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每柜本地无源铜缆对数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234440"/>
            <a:ext cx="5577840" cy="33832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1417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5B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1463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16 柜 / 2048 卡一个域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B4FF"/>
                </a:solidFill>
                <a:latin typeface="微软雅黑"/>
                <a:ea typeface="微软雅黑"/>
                <a:cs typeface="微软雅黑"/>
              </a:rPr>
              <a:t>1.6 Tb/s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286000"/>
            <a:ext cx="3017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每卡单向全局带宽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B4FF"/>
                </a:solidFill>
                <a:latin typeface="微软雅黑"/>
                <a:ea typeface="微软雅黑"/>
                <a:cs typeface="微软雅黑"/>
              </a:rPr>
              <a:t>8-rail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926080"/>
            <a:ext cx="3017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rail-only + 机架内 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2011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B4FF"/>
                </a:solidFill>
                <a:latin typeface="微软雅黑"/>
                <a:ea typeface="微软雅黑"/>
                <a:cs typeface="微软雅黑"/>
              </a:rPr>
              <a:t>铜 + 1.6T 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66160"/>
            <a:ext cx="3017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背板出柜再进光开关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54880"/>
            <a:ext cx="11292840" cy="15544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92040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读法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30368"/>
            <a:ext cx="10881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Local 域负责机架内 TP/EP 高频通信；Global 域把 16 柜收成一个 2048 卡的 scale-up 世界。这和「超节点优先容纳高频并行组」是同一类判断：能留在铜背板里的，就不要先打到 scale-out 以太网。OpenAI 还在和 neocloud 收集可靠性数据，瓶颈将从芯片转向部署、监控和弹性。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04  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软件才是这颗芯片能打的原因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SemiAnalysis 的判断：硬件未必强过 Rubin，但软件 bring-up 明显更快。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17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07008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99616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499616"/>
            <a:ext cx="19659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Gluon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316736"/>
            <a:ext cx="8595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编程模型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645920"/>
            <a:ext cx="85953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基于 Triton 的 kernel 语言，保留 SPMD，但暴露更底层抽象。核心是 Linear Layouts：用代数描述「硬件资源 ↔ tensor 元素」映射，可证明的 layout 变换和最优 swizzle。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2761488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9659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Teacup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578608"/>
            <a:ext cx="8595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Serving 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907792"/>
            <a:ext cx="85953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内部推理引擎。Persistent thread：程序员而不是硬件调度器分配 tile。配合 TensorInfo / 预取 / 解耦乱序单元。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30752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023360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23360"/>
            <a:ext cx="19659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Gigakernel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840480"/>
            <a:ext cx="8595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减少 launch 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169664"/>
            <a:ext cx="85953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单 mega-kernel 在设备上循环，砍 CPU 开销和 launch 延迟。方向是把运行时搬进芯片。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92624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285232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85232"/>
            <a:ext cx="19659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Codex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02352"/>
            <a:ext cx="8595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写 kernel 的人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31536"/>
            <a:ext cx="85953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早期人在环，随后用内部加强版 Codex。kernel 可到约 3000 行汇编级代码，带正确性检查和自定义 sanitizer。InferenceX 上的 MLA kernel 甚至是 Codex 在无人介入下写出的。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04  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用模型做芯片，再用芯片跑模型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速度本身就是架构声明：从零软件栈起步，三个月硅上 bring-up 就能打公开基准。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18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7160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~9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74519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设计到 tape-out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2402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OpenAI 自称高性能 ASIC 最快周期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23444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37160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~3 个月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874519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A0 硅上 bring-up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2402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从零软件栈跑通 InferenceX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23444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37160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8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874519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TP8 → TP32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2402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从单系统扩到整柜大规模模型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23444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37160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&lt; 2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874519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吞吐翻倍以上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2402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同一交互性点位，kernel 迭代极快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8328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52044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chilisim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858768"/>
            <a:ext cx="5257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仿真器与硅误差约 5%，用固定位宽 trace bus。先仿真再上硅。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38328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52044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Raiku / Spark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858768"/>
            <a:ext cx="5257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内部模型 5.3 Codex Spark，演示 1.2 ms TPOT。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80060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Doom 36 FPS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138928"/>
            <a:ext cx="5257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Codex 把 Doom 迁到 Jalapeño，用来证明可编程性。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66344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480060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B0 已在 fab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5138928"/>
            <a:ext cx="5257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相对 A0 约 +25% perf/W。对外 13.4 PF 数字是 B0。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05  成绩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公开跑分：同一套架构既要吞吐也要延迟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Benchmark：SemiAnalysis InferenceX。模型：GPT-OSS-120B / DeepSeek R1 / Kimi K2.5。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19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78892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1.5–1.9×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峰值吞吐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7744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更多 AI work / 单位功耗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234440"/>
            <a:ext cx="278892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37160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1.7–3.6×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11680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端到端延迟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7744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同模型更低 e2e 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234440"/>
            <a:ext cx="278892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2.1–4.1×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超低延迟档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7744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交互式 / 低并发更明显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234440"/>
            <a:ext cx="2788920" cy="201168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37160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&gt;700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011680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tok/s/user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377440"/>
            <a:ext cx="2606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DeepSeek R1，concurrency =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2900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557016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没有 MTP / speculative decoding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867912"/>
            <a:ext cx="52578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Jalapeño 用单 token 预测；对手常用 MTP。这让对比更「干净」，也让 Jalapeño 的数字偏保守。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42900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557016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没有 PD 分离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867912"/>
            <a:ext cx="52578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对手 GPU 机架常靠 PDD 抬吞吐。Jalapeño 用同质池打赢，说明局部性和低固定延迟确实在起作用。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0916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837176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跨模型，不只是自家模型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148072"/>
            <a:ext cx="52578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R1 / Kimi K2.5 / GPT-OSS 都能跑，GSM8k 与 Nvidia 持平。Ho：这是通用、灵活的加速器。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709160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4837176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软件还在爬坡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5148072"/>
            <a:ext cx="52578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两周内吞吐翻倍、8 天打通 TP32。现在看到的是下限，不是上限。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05  成绩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这些数字该怎么读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方向很强，但把 Jalapeño 写成「已经全面超越 Rubin」还太早。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20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52144"/>
            <a:ext cx="11292840" cy="78638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152144"/>
            <a:ext cx="1874519" cy="7863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对标对象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225296"/>
            <a:ext cx="8915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公开对比主要打 Blackwell GB200/GB300 NVL72。同代真正对手是 Rubin（HBM4，已开始给客户出货）。SA 认为 Jalapeño 在 tok/s/MW 上仍能打过 Rubin 的公开 MTP 数字，但 Rubin 软件同样未成熟。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93392"/>
            <a:ext cx="11292840" cy="78638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93392"/>
            <a:ext cx="1874519" cy="7863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工作负载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066544"/>
            <a:ext cx="8915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当前是 8k1k 单轮。没有 AgentX：多轮、长上下文、prefix cache、路由、KV offload 这些生产痛点还没被公开压测。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11292840" cy="78638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1874519" cy="7863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模型体量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907792"/>
            <a:ext cx="8915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GPT-OSS / R1 / Kimi K2.5 不小，但不是开放前沿最大模型（如 DeepSeek V4 Pro、Kimi K3）。新大模型在新芯片上的搬迁成本被低估。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75888"/>
            <a:ext cx="11292840" cy="78638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1874519" cy="7863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硅版本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749040"/>
            <a:ext cx="8915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公开成绩来自 A0；B0 在 fab，宣称 +25% perf/W。量产爬坡在 2027，大部分产出年底。工程样片 ≠ 数据中心里的稳定机群。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17136"/>
            <a:ext cx="11292840" cy="78638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17136"/>
            <a:ext cx="1874519" cy="7863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数字来源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590288"/>
            <a:ext cx="8915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数字由 OpenAI 提供。SemiAnalysis 在实验室现场核对了部分 InferenceX，但未跑全套，也未见 AgentX。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58384"/>
            <a:ext cx="11292840" cy="78638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58384"/>
            <a:ext cx="1874519" cy="7863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TCO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431536"/>
            <a:ext cx="8915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tokens / $ 与 Rubin 接近；Jalapeño 还没上投机解码（SA 估 MTP 可再降 3–5× 成本）。一部分优势来自 Broadcom 毛利低于 Nvidia，不只是微架构。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06  战略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这意味着什么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对 OpenAI 是补推理产能；对行业是「CUDA 护城河还在不在」的压力测试。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21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07008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53312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 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82496"/>
            <a:ext cx="10881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把产品、模型、芯片、内存做成多代共设计。Gen-2 已深入开发，Gen-3 已启动。下一步目标是 100 MW 级部署——瓶颈转向制造、上架、监控、弹性。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15184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 Nvidia / AMD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44368"/>
            <a:ext cx="10881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训练盘仍然稳。推理盘出现一个「不卖卡、只服务自己流量」的顶级客户自研芯。CUDA 的护城河若只靠生态惯性，会被「Codex 写 kernel + 干净架构」打薄。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30752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77056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 ASIC 玩家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10881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Meta / Microsoft 做了更久却没做成，说明便宜不是充分条件。OpenAI 的差异是：有真实 serving 负载、有 kernel 团队、有模型写代码。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92624"/>
            <a:ext cx="11292840" cy="115214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38928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对超节点路线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68112"/>
            <a:ext cx="10881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可迁移的三条：① 高频域做大（128 / 2048）；② 优先保 KV 局部性，而不是先 PD 切开；③ 用软件迭代速度而不是一次把 ISA 做完美。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06  战略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风险与未解问题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第一代芯片好看，不自动等于 2027 年的机群好看。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22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3560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量产与良率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20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A0/B0 实验室成功之后，是 CoWoS、HBM4、铜缆背板、OCS 的供应链和良率。SA 认为这会是高销量 ASIC，但节奏仍在 2027。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43560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可编程性债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874520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OoO + 预取把性能上限抬高，也把「写到 roofline」的难度留给软件。现在靠 Codex 和顶尖内核组，换模型 / 换并行度时能否稳定复现？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3560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Agent 负载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874520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8k1k 能打，不代表百万上下文、多轮 cache、工具调用风暴也能打。这正是 AgentX 要压的东西。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0448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同代窗口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43400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Rubin 已在出货，Jalapeño 大规模要到 2027。窗口期内 Nvidia 软件栈会继续涨。需要的是持续迭代，不是一次发布。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90448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组织依赖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343400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Ho 说内部算力都不够，不会外卖。好处是聚焦，坏处是没有外部客户帮你找软件 bug、也没有第二收入。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90448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训练仍外购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343400"/>
            <a:ext cx="3246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推理自研成功，不降低训练侧对 Nvidia 的依赖。OpenAI 的算力结构会变成「训练买、推理掺着做」。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带走这五条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如果只记一页，记这一页。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23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70432"/>
            <a:ext cx="11292840" cy="87782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640080" cy="47548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640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280160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这是 Serving 芯片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627632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为 ChatGPT / Agent 的在线推理做的，不是训练 GPU，也不外卖。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57984"/>
            <a:ext cx="11292840" cy="87782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359152"/>
            <a:ext cx="640080" cy="47548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59152"/>
            <a:ext cx="640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267712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局部性 &gt; 高峰 FLOPS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615184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KV 和权重留本地，删固定延迟，让小 batch 也贴 roofline。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45536"/>
            <a:ext cx="11292840" cy="87782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346704"/>
            <a:ext cx="640080" cy="47548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46704"/>
            <a:ext cx="640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255264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同质机池是有意的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602736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不做 PD 分离，是因为流量形状会变，拆池会牺牲 KV 局部性和全局利用率。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33088"/>
            <a:ext cx="11292840" cy="87782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334256"/>
            <a:ext cx="640080" cy="47548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34256"/>
            <a:ext cx="640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242816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软件速度是真护城河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590288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9 个月流片、3 个月 bring-up、Codex 写 kernel。硬件软件共设计，比 ISA 更重要。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20640"/>
            <a:ext cx="11292840" cy="877824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321808"/>
            <a:ext cx="640080" cy="475488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21808"/>
            <a:ext cx="640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0C1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230368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成绩很强，口径要保守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577840"/>
            <a:ext cx="9966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打赢 Blackwell 可信；对 Rubin 有方向性优势，但量产、Agent 负载和投机解码都还没闭环。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口径、来源与阅读建议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本简报仅基于 2026-08 公开信息，用于内部技术学习，不构成供应或投资判断。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64592" cy="2011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7888"/>
                </a:solidFill>
                <a:latin typeface="微软雅黑"/>
                <a:ea typeface="微软雅黑"/>
                <a:cs typeface="微软雅黑"/>
              </a:rPr>
              <a:t>OpenAI Jalapeño 系统洞察  ·  Hot Chips 2026  ·  内部学习资料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7B5"/>
                </a:solidFill>
                <a:latin typeface="微软雅黑"/>
                <a:ea typeface="微软雅黑"/>
                <a:cs typeface="微软雅黑"/>
              </a:rPr>
              <a:t>24  /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5532120" cy="50749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89888"/>
            <a:ext cx="5074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主要来源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5074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1.  OpenAI：Jalapeño 发布稿；Hot Chips 后的 first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599"/>
            <a:ext cx="5074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2.  Hot Chips 2026：You Can Just Build Things … Chips（Ho / Narayanaswami / Leary）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54679"/>
            <a:ext cx="5074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3.  SemiAnalysis：Jalapeño vs Blackwell / Rubin，实验室核对 InferenceX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94759"/>
            <a:ext cx="5074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4.  The Register / TechCrunch / DCD：规格、700W TDP、部署节奏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39"/>
            <a:ext cx="5074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5.  Broadcom：合作与 Tomahawk 网络口径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234440"/>
            <a:ext cx="5577840" cy="5074920"/>
          </a:xfrm>
          <a:prstGeom prst="roundRect">
            <a:avLst>
              <a:gd name="adj" fmla="val 6000"/>
            </a:avLst>
          </a:prstGeom>
          <a:solidFill>
            <a:srgbClr val="1B2532"/>
          </a:solidFill>
          <a:ln w="12700">
            <a:solidFill>
              <a:srgbClr val="2C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89888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DC84"/>
                </a:solidFill>
                <a:latin typeface="微软雅黑"/>
                <a:ea typeface="微软雅黑"/>
                <a:cs typeface="微软雅黑"/>
              </a:rPr>
              <a:t>建议对照着读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51206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1.  和本仓库「超节点规模」对照：2048 卡全局域 ≈ 高频并行组该有多大。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599"/>
            <a:ext cx="51206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2.  和「PD 分离」对照：什么时候该拆 P/D，什么时候该保 KV 本地。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79"/>
            <a:ext cx="51206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3.  和 vLLM 学习对照：continuous batching、paged KV、调度，在 Jalapeño 上被假设为硬件友好原语。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59"/>
            <a:ext cx="51206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4.  数字优先看 tokens/MW 和 tok/s/user，而不是峰值 PFLOPS。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34839"/>
            <a:ext cx="51206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微软雅黑"/>
                <a:ea typeface="微软雅黑"/>
                <a:cs typeface="微软雅黑"/>
              </a:rPr>
              <a:t>5.  2027 放量前，把「实验室 A0」和「机房里的机群」分开记账。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